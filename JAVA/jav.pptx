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48" r:id="rId1"/>
    <p:sldMasterId id="2147483661" r:id="rId3"/>
    <p:sldMasterId id="2147483664" r:id="rId4"/>
    <p:sldMasterId id="2147483666" r:id="rId5"/>
    <p:sldMasterId id="2147483668" r:id="rId6"/>
    <p:sldMasterId id="2147483670" r:id="rId7"/>
    <p:sldMasterId id="2147483672" r:id="rId8"/>
    <p:sldMasterId id="2147483675" r:id="rId9"/>
    <p:sldMasterId id="2147483678" r:id="rId10"/>
    <p:sldMasterId id="2147483680" r:id="rId11"/>
    <p:sldMasterId id="2147483682" r:id="rId12"/>
  </p:sldMasterIdLst>
  <p:notesMasterIdLst>
    <p:notesMasterId r:id="rId14"/>
  </p:notesMasterIdLst>
  <p:handoutMasterIdLst>
    <p:handoutMasterId r:id="rId39"/>
  </p:handoutMasterIdLst>
  <p:sldIdLst>
    <p:sldId id="256" r:id="rId13"/>
    <p:sldId id="300" r:id="rId15"/>
    <p:sldId id="327" r:id="rId16"/>
    <p:sldId id="329" r:id="rId17"/>
    <p:sldId id="292" r:id="rId18"/>
    <p:sldId id="295" r:id="rId19"/>
    <p:sldId id="331" r:id="rId20"/>
    <p:sldId id="301" r:id="rId21"/>
    <p:sldId id="284" r:id="rId22"/>
    <p:sldId id="287" r:id="rId23"/>
    <p:sldId id="348" r:id="rId24"/>
    <p:sldId id="332" r:id="rId25"/>
    <p:sldId id="350" r:id="rId26"/>
    <p:sldId id="335" r:id="rId27"/>
    <p:sldId id="353" r:id="rId28"/>
    <p:sldId id="289" r:id="rId29"/>
    <p:sldId id="354" r:id="rId30"/>
    <p:sldId id="338" r:id="rId31"/>
    <p:sldId id="339" r:id="rId32"/>
    <p:sldId id="355" r:id="rId33"/>
    <p:sldId id="357" r:id="rId34"/>
    <p:sldId id="342" r:id="rId35"/>
    <p:sldId id="345" r:id="rId36"/>
    <p:sldId id="268" r:id="rId37"/>
    <p:sldId id="269" r:id="rId38"/>
  </p:sldIdLst>
  <p:sldSz cx="12192000" cy="6858000"/>
  <p:notesSz cx="6858000" cy="9144000"/>
  <p:embeddedFontLst>
    <p:embeddedFont>
      <p:font typeface="Calibri" panose="020F0502020204030204"/>
      <p:regular r:id="rId43"/>
      <p:bold r:id="rId44"/>
      <p:italic r:id="rId45"/>
      <p:boldItalic r:id="rId46"/>
    </p:embeddedFont>
    <p:embeddedFont>
      <p:font typeface="Lato" panose="020F0502020204030203" charset="0"/>
      <p:regular r:id="rId47"/>
    </p:embeddedFont>
    <p:embeddedFont>
      <p:font typeface="Nunito Sans ExtraBold" charset="0"/>
      <p:bold r:id="rId48"/>
    </p:embeddedFont>
    <p:embeddedFont>
      <p:font typeface="Nunito Sans" charset="0"/>
      <p:regular r:id="rId49"/>
    </p:embeddedFont>
    <p:embeddedFont>
      <p:font typeface="Manrope ExtraBold" charset="0"/>
      <p:bold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9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19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0" Type="http://schemas.openxmlformats.org/officeDocument/2006/relationships/font" Target="fonts/font8.fntdata"/><Relationship Id="rId5" Type="http://schemas.openxmlformats.org/officeDocument/2006/relationships/slideMaster" Target="slideMasters/slideMaster4.xml"/><Relationship Id="rId49" Type="http://schemas.openxmlformats.org/officeDocument/2006/relationships/font" Target="fonts/font7.fntdata"/><Relationship Id="rId48" Type="http://schemas.openxmlformats.org/officeDocument/2006/relationships/font" Target="fonts/font6.fntdata"/><Relationship Id="rId47" Type="http://schemas.openxmlformats.org/officeDocument/2006/relationships/font" Target="fonts/font5.fntdata"/><Relationship Id="rId46" Type="http://schemas.openxmlformats.org/officeDocument/2006/relationships/font" Target="fonts/font4.fntdata"/><Relationship Id="rId45" Type="http://schemas.openxmlformats.org/officeDocument/2006/relationships/font" Target="fonts/font3.fntdata"/><Relationship Id="rId44" Type="http://schemas.openxmlformats.org/officeDocument/2006/relationships/font" Target="fonts/font2.fntdata"/><Relationship Id="rId43" Type="http://schemas.openxmlformats.org/officeDocument/2006/relationships/font" Target="fonts/font1.fntdata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25.xml"/><Relationship Id="rId37" Type="http://schemas.openxmlformats.org/officeDocument/2006/relationships/slide" Target="slides/slide24.xml"/><Relationship Id="rId36" Type="http://schemas.openxmlformats.org/officeDocument/2006/relationships/slide" Target="slides/slide23.xml"/><Relationship Id="rId35" Type="http://schemas.openxmlformats.org/officeDocument/2006/relationships/slide" Target="slides/slide22.xml"/><Relationship Id="rId34" Type="http://schemas.openxmlformats.org/officeDocument/2006/relationships/slide" Target="slides/slide21.xml"/><Relationship Id="rId33" Type="http://schemas.openxmlformats.org/officeDocument/2006/relationships/slide" Target="slides/slide20.xml"/><Relationship Id="rId32" Type="http://schemas.openxmlformats.org/officeDocument/2006/relationships/slide" Target="slides/slide19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image" Target="../media/image3.png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microsoft.com/office/2007/relationships/hdphoto" Target="../media/image7.wdp"/><Relationship Id="rId8" Type="http://schemas.openxmlformats.org/officeDocument/2006/relationships/image" Target="../media/image6.png"/><Relationship Id="rId7" Type="http://schemas.openxmlformats.org/officeDocument/2006/relationships/tags" Target="../tags/tag78.xml"/><Relationship Id="rId6" Type="http://schemas.microsoft.com/office/2007/relationships/hdphoto" Target="../media/image5.wdp"/><Relationship Id="rId5" Type="http://schemas.openxmlformats.org/officeDocument/2006/relationships/image" Target="../media/image4.png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8.png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image" Target="../media/image9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8" Type="http://schemas.openxmlformats.org/officeDocument/2006/relationships/tags" Target="../tags/tag161.xml"/><Relationship Id="rId47" Type="http://schemas.openxmlformats.org/officeDocument/2006/relationships/tags" Target="../tags/tag160.xml"/><Relationship Id="rId46" Type="http://schemas.openxmlformats.org/officeDocument/2006/relationships/tags" Target="../tags/tag159.xml"/><Relationship Id="rId45" Type="http://schemas.openxmlformats.org/officeDocument/2006/relationships/tags" Target="../tags/tag158.xml"/><Relationship Id="rId44" Type="http://schemas.openxmlformats.org/officeDocument/2006/relationships/tags" Target="../tags/tag157.xml"/><Relationship Id="rId43" Type="http://schemas.openxmlformats.org/officeDocument/2006/relationships/tags" Target="../tags/tag156.xml"/><Relationship Id="rId42" Type="http://schemas.openxmlformats.org/officeDocument/2006/relationships/tags" Target="../tags/tag155.xml"/><Relationship Id="rId41" Type="http://schemas.openxmlformats.org/officeDocument/2006/relationships/tags" Target="../tags/tag154.xml"/><Relationship Id="rId40" Type="http://schemas.openxmlformats.org/officeDocument/2006/relationships/tags" Target="../tags/tag153.xml"/><Relationship Id="rId4" Type="http://schemas.openxmlformats.org/officeDocument/2006/relationships/tags" Target="../tags/tag117.xml"/><Relationship Id="rId39" Type="http://schemas.openxmlformats.org/officeDocument/2006/relationships/tags" Target="../tags/tag152.xml"/><Relationship Id="rId38" Type="http://schemas.openxmlformats.org/officeDocument/2006/relationships/tags" Target="../tags/tag151.xml"/><Relationship Id="rId37" Type="http://schemas.openxmlformats.org/officeDocument/2006/relationships/tags" Target="../tags/tag150.xml"/><Relationship Id="rId36" Type="http://schemas.openxmlformats.org/officeDocument/2006/relationships/tags" Target="../tags/tag149.xml"/><Relationship Id="rId35" Type="http://schemas.openxmlformats.org/officeDocument/2006/relationships/tags" Target="../tags/tag148.xml"/><Relationship Id="rId34" Type="http://schemas.openxmlformats.org/officeDocument/2006/relationships/tags" Target="../tags/tag147.xml"/><Relationship Id="rId33" Type="http://schemas.openxmlformats.org/officeDocument/2006/relationships/tags" Target="../tags/tag146.xml"/><Relationship Id="rId32" Type="http://schemas.openxmlformats.org/officeDocument/2006/relationships/tags" Target="../tags/tag145.xml"/><Relationship Id="rId31" Type="http://schemas.openxmlformats.org/officeDocument/2006/relationships/tags" Target="../tags/tag144.xml"/><Relationship Id="rId30" Type="http://schemas.openxmlformats.org/officeDocument/2006/relationships/tags" Target="../tags/tag143.xml"/><Relationship Id="rId3" Type="http://schemas.openxmlformats.org/officeDocument/2006/relationships/tags" Target="../tags/tag116.xml"/><Relationship Id="rId29" Type="http://schemas.openxmlformats.org/officeDocument/2006/relationships/tags" Target="../tags/tag142.xml"/><Relationship Id="rId28" Type="http://schemas.openxmlformats.org/officeDocument/2006/relationships/tags" Target="../tags/tag141.xml"/><Relationship Id="rId27" Type="http://schemas.openxmlformats.org/officeDocument/2006/relationships/tags" Target="../tags/tag140.xml"/><Relationship Id="rId26" Type="http://schemas.openxmlformats.org/officeDocument/2006/relationships/tags" Target="../tags/tag139.xml"/><Relationship Id="rId25" Type="http://schemas.openxmlformats.org/officeDocument/2006/relationships/tags" Target="../tags/tag138.xml"/><Relationship Id="rId24" Type="http://schemas.openxmlformats.org/officeDocument/2006/relationships/tags" Target="../tags/tag137.xml"/><Relationship Id="rId23" Type="http://schemas.openxmlformats.org/officeDocument/2006/relationships/tags" Target="../tags/tag136.xml"/><Relationship Id="rId22" Type="http://schemas.openxmlformats.org/officeDocument/2006/relationships/tags" Target="../tags/tag135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tags" Target="../tags/tag115.xml"/><Relationship Id="rId19" Type="http://schemas.openxmlformats.org/officeDocument/2006/relationships/tags" Target="../tags/tag132.xml"/><Relationship Id="rId18" Type="http://schemas.openxmlformats.org/officeDocument/2006/relationships/tags" Target="../tags/tag131.xml"/><Relationship Id="rId17" Type="http://schemas.openxmlformats.org/officeDocument/2006/relationships/tags" Target="../tags/tag130.xml"/><Relationship Id="rId16" Type="http://schemas.openxmlformats.org/officeDocument/2006/relationships/tags" Target="../tags/tag129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microsoft.com/office/2007/relationships/hdphoto" Target="../media/image12.wdp"/><Relationship Id="rId4" Type="http://schemas.openxmlformats.org/officeDocument/2006/relationships/image" Target="../media/image11.png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9" Type="http://schemas.microsoft.com/office/2007/relationships/hdphoto" Target="../media/image16.wdp"/><Relationship Id="rId18" Type="http://schemas.openxmlformats.org/officeDocument/2006/relationships/image" Target="../media/image15.png"/><Relationship Id="rId17" Type="http://schemas.openxmlformats.org/officeDocument/2006/relationships/tags" Target="../tags/tag210.xml"/><Relationship Id="rId16" Type="http://schemas.openxmlformats.org/officeDocument/2006/relationships/image" Target="../media/image14.png"/><Relationship Id="rId15" Type="http://schemas.openxmlformats.org/officeDocument/2006/relationships/tags" Target="../tags/tag209.xml"/><Relationship Id="rId14" Type="http://schemas.openxmlformats.org/officeDocument/2006/relationships/image" Target="../media/image13.png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image" Target="../media/image3.png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211.xml"/><Relationship Id="rId12" Type="http://schemas.openxmlformats.org/officeDocument/2006/relationships/tags" Target="../tags/tag218.xml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0" Type="http://schemas.openxmlformats.org/officeDocument/2006/relationships/tags" Target="../tags/tag237.xml"/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53.xml"/><Relationship Id="rId8" Type="http://schemas.openxmlformats.org/officeDocument/2006/relationships/image" Target="../media/image19.png"/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5" Type="http://schemas.openxmlformats.org/officeDocument/2006/relationships/tags" Target="../tags/tag255.xml"/><Relationship Id="rId14" Type="http://schemas.microsoft.com/office/2007/relationships/hdphoto" Target="../media/image23.wdp"/><Relationship Id="rId13" Type="http://schemas.openxmlformats.org/officeDocument/2006/relationships/image" Target="../media/image22.png"/><Relationship Id="rId12" Type="http://schemas.openxmlformats.org/officeDocument/2006/relationships/tags" Target="../tags/tag254.xml"/><Relationship Id="rId11" Type="http://schemas.microsoft.com/office/2007/relationships/hdphoto" Target="../media/image21.wdp"/><Relationship Id="rId10" Type="http://schemas.openxmlformats.org/officeDocument/2006/relationships/image" Target="../media/image20.png"/><Relationship Id="rId1" Type="http://schemas.openxmlformats.org/officeDocument/2006/relationships/slideMaster" Target="../slideMasters/slideMaster9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73.xml"/><Relationship Id="rId8" Type="http://schemas.openxmlformats.org/officeDocument/2006/relationships/tags" Target="../tags/tag272.xml"/><Relationship Id="rId7" Type="http://schemas.openxmlformats.org/officeDocument/2006/relationships/tags" Target="../tags/tag271.xml"/><Relationship Id="rId6" Type="http://schemas.openxmlformats.org/officeDocument/2006/relationships/tags" Target="../tags/tag270.xml"/><Relationship Id="rId57" Type="http://schemas.openxmlformats.org/officeDocument/2006/relationships/tags" Target="../tags/tag321.xml"/><Relationship Id="rId56" Type="http://schemas.openxmlformats.org/officeDocument/2006/relationships/tags" Target="../tags/tag320.xml"/><Relationship Id="rId55" Type="http://schemas.openxmlformats.org/officeDocument/2006/relationships/tags" Target="../tags/tag319.xml"/><Relationship Id="rId54" Type="http://schemas.openxmlformats.org/officeDocument/2006/relationships/tags" Target="../tags/tag318.xml"/><Relationship Id="rId53" Type="http://schemas.openxmlformats.org/officeDocument/2006/relationships/tags" Target="../tags/tag317.xml"/><Relationship Id="rId52" Type="http://schemas.openxmlformats.org/officeDocument/2006/relationships/tags" Target="../tags/tag316.xml"/><Relationship Id="rId51" Type="http://schemas.openxmlformats.org/officeDocument/2006/relationships/tags" Target="../tags/tag315.xml"/><Relationship Id="rId50" Type="http://schemas.openxmlformats.org/officeDocument/2006/relationships/tags" Target="../tags/tag314.xml"/><Relationship Id="rId5" Type="http://schemas.openxmlformats.org/officeDocument/2006/relationships/tags" Target="../tags/tag269.xml"/><Relationship Id="rId49" Type="http://schemas.openxmlformats.org/officeDocument/2006/relationships/tags" Target="../tags/tag313.xml"/><Relationship Id="rId48" Type="http://schemas.openxmlformats.org/officeDocument/2006/relationships/tags" Target="../tags/tag312.xml"/><Relationship Id="rId47" Type="http://schemas.openxmlformats.org/officeDocument/2006/relationships/tags" Target="../tags/tag311.xml"/><Relationship Id="rId46" Type="http://schemas.openxmlformats.org/officeDocument/2006/relationships/tags" Target="../tags/tag310.xml"/><Relationship Id="rId45" Type="http://schemas.openxmlformats.org/officeDocument/2006/relationships/tags" Target="../tags/tag309.xml"/><Relationship Id="rId44" Type="http://schemas.openxmlformats.org/officeDocument/2006/relationships/tags" Target="../tags/tag308.xml"/><Relationship Id="rId43" Type="http://schemas.openxmlformats.org/officeDocument/2006/relationships/tags" Target="../tags/tag307.xml"/><Relationship Id="rId42" Type="http://schemas.openxmlformats.org/officeDocument/2006/relationships/tags" Target="../tags/tag306.xml"/><Relationship Id="rId41" Type="http://schemas.openxmlformats.org/officeDocument/2006/relationships/tags" Target="../tags/tag305.xml"/><Relationship Id="rId40" Type="http://schemas.openxmlformats.org/officeDocument/2006/relationships/tags" Target="../tags/tag304.xml"/><Relationship Id="rId4" Type="http://schemas.openxmlformats.org/officeDocument/2006/relationships/tags" Target="../tags/tag268.xml"/><Relationship Id="rId39" Type="http://schemas.openxmlformats.org/officeDocument/2006/relationships/tags" Target="../tags/tag303.xml"/><Relationship Id="rId38" Type="http://schemas.openxmlformats.org/officeDocument/2006/relationships/tags" Target="../tags/tag302.xml"/><Relationship Id="rId37" Type="http://schemas.openxmlformats.org/officeDocument/2006/relationships/tags" Target="../tags/tag301.xml"/><Relationship Id="rId36" Type="http://schemas.openxmlformats.org/officeDocument/2006/relationships/tags" Target="../tags/tag300.xml"/><Relationship Id="rId35" Type="http://schemas.openxmlformats.org/officeDocument/2006/relationships/tags" Target="../tags/tag299.xml"/><Relationship Id="rId34" Type="http://schemas.openxmlformats.org/officeDocument/2006/relationships/tags" Target="../tags/tag298.xml"/><Relationship Id="rId33" Type="http://schemas.openxmlformats.org/officeDocument/2006/relationships/tags" Target="../tags/tag297.xml"/><Relationship Id="rId32" Type="http://schemas.openxmlformats.org/officeDocument/2006/relationships/tags" Target="../tags/tag296.xml"/><Relationship Id="rId31" Type="http://schemas.openxmlformats.org/officeDocument/2006/relationships/tags" Target="../tags/tag295.xml"/><Relationship Id="rId30" Type="http://schemas.openxmlformats.org/officeDocument/2006/relationships/tags" Target="../tags/tag294.xml"/><Relationship Id="rId3" Type="http://schemas.openxmlformats.org/officeDocument/2006/relationships/tags" Target="../tags/tag267.xml"/><Relationship Id="rId29" Type="http://schemas.openxmlformats.org/officeDocument/2006/relationships/tags" Target="../tags/tag293.xml"/><Relationship Id="rId28" Type="http://schemas.openxmlformats.org/officeDocument/2006/relationships/tags" Target="../tags/tag292.xml"/><Relationship Id="rId27" Type="http://schemas.openxmlformats.org/officeDocument/2006/relationships/tags" Target="../tags/tag291.xml"/><Relationship Id="rId26" Type="http://schemas.openxmlformats.org/officeDocument/2006/relationships/tags" Target="../tags/tag290.xml"/><Relationship Id="rId25" Type="http://schemas.openxmlformats.org/officeDocument/2006/relationships/tags" Target="../tags/tag289.xml"/><Relationship Id="rId24" Type="http://schemas.openxmlformats.org/officeDocument/2006/relationships/tags" Target="../tags/tag288.xml"/><Relationship Id="rId23" Type="http://schemas.openxmlformats.org/officeDocument/2006/relationships/tags" Target="../tags/tag287.xml"/><Relationship Id="rId22" Type="http://schemas.openxmlformats.org/officeDocument/2006/relationships/tags" Target="../tags/tag286.xml"/><Relationship Id="rId21" Type="http://schemas.openxmlformats.org/officeDocument/2006/relationships/tags" Target="../tags/tag285.xml"/><Relationship Id="rId20" Type="http://schemas.openxmlformats.org/officeDocument/2006/relationships/tags" Target="../tags/tag284.xml"/><Relationship Id="rId2" Type="http://schemas.openxmlformats.org/officeDocument/2006/relationships/tags" Target="../tags/tag266.xml"/><Relationship Id="rId19" Type="http://schemas.openxmlformats.org/officeDocument/2006/relationships/tags" Target="../tags/tag283.xml"/><Relationship Id="rId18" Type="http://schemas.openxmlformats.org/officeDocument/2006/relationships/tags" Target="../tags/tag282.xml"/><Relationship Id="rId17" Type="http://schemas.openxmlformats.org/officeDocument/2006/relationships/tags" Target="../tags/tag281.xml"/><Relationship Id="rId16" Type="http://schemas.openxmlformats.org/officeDocument/2006/relationships/tags" Target="../tags/tag280.xml"/><Relationship Id="rId15" Type="http://schemas.openxmlformats.org/officeDocument/2006/relationships/tags" Target="../tags/tag279.xml"/><Relationship Id="rId14" Type="http://schemas.openxmlformats.org/officeDocument/2006/relationships/tags" Target="../tags/tag278.xml"/><Relationship Id="rId13" Type="http://schemas.openxmlformats.org/officeDocument/2006/relationships/tags" Target="../tags/tag277.xml"/><Relationship Id="rId12" Type="http://schemas.openxmlformats.org/officeDocument/2006/relationships/tags" Target="../tags/tag276.xml"/><Relationship Id="rId11" Type="http://schemas.openxmlformats.org/officeDocument/2006/relationships/tags" Target="../tags/tag275.xml"/><Relationship Id="rId10" Type="http://schemas.openxmlformats.org/officeDocument/2006/relationships/tags" Target="../tags/tag274.xml"/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7" Type="http://schemas.openxmlformats.org/officeDocument/2006/relationships/tags" Target="../tags/tag393.xml"/><Relationship Id="rId56" Type="http://schemas.openxmlformats.org/officeDocument/2006/relationships/tags" Target="../tags/tag392.xml"/><Relationship Id="rId55" Type="http://schemas.openxmlformats.org/officeDocument/2006/relationships/tags" Target="../tags/tag391.xml"/><Relationship Id="rId54" Type="http://schemas.openxmlformats.org/officeDocument/2006/relationships/tags" Target="../tags/tag390.xml"/><Relationship Id="rId53" Type="http://schemas.openxmlformats.org/officeDocument/2006/relationships/tags" Target="../tags/tag389.xml"/><Relationship Id="rId52" Type="http://schemas.openxmlformats.org/officeDocument/2006/relationships/tags" Target="../tags/tag388.xml"/><Relationship Id="rId51" Type="http://schemas.openxmlformats.org/officeDocument/2006/relationships/tags" Target="../tags/tag387.xml"/><Relationship Id="rId50" Type="http://schemas.openxmlformats.org/officeDocument/2006/relationships/tags" Target="../tags/tag386.xml"/><Relationship Id="rId5" Type="http://schemas.openxmlformats.org/officeDocument/2006/relationships/tags" Target="../tags/tag341.xml"/><Relationship Id="rId49" Type="http://schemas.openxmlformats.org/officeDocument/2006/relationships/tags" Target="../tags/tag385.xml"/><Relationship Id="rId48" Type="http://schemas.openxmlformats.org/officeDocument/2006/relationships/tags" Target="../tags/tag384.xml"/><Relationship Id="rId47" Type="http://schemas.openxmlformats.org/officeDocument/2006/relationships/tags" Target="../tags/tag383.xml"/><Relationship Id="rId46" Type="http://schemas.openxmlformats.org/officeDocument/2006/relationships/tags" Target="../tags/tag382.xml"/><Relationship Id="rId45" Type="http://schemas.openxmlformats.org/officeDocument/2006/relationships/tags" Target="../tags/tag381.xml"/><Relationship Id="rId44" Type="http://schemas.openxmlformats.org/officeDocument/2006/relationships/tags" Target="../tags/tag380.xml"/><Relationship Id="rId43" Type="http://schemas.openxmlformats.org/officeDocument/2006/relationships/tags" Target="../tags/tag379.xml"/><Relationship Id="rId42" Type="http://schemas.openxmlformats.org/officeDocument/2006/relationships/tags" Target="../tags/tag378.xml"/><Relationship Id="rId41" Type="http://schemas.openxmlformats.org/officeDocument/2006/relationships/tags" Target="../tags/tag377.xml"/><Relationship Id="rId40" Type="http://schemas.openxmlformats.org/officeDocument/2006/relationships/tags" Target="../tags/tag376.xml"/><Relationship Id="rId4" Type="http://schemas.openxmlformats.org/officeDocument/2006/relationships/tags" Target="../tags/tag340.xml"/><Relationship Id="rId39" Type="http://schemas.openxmlformats.org/officeDocument/2006/relationships/tags" Target="../tags/tag375.xml"/><Relationship Id="rId38" Type="http://schemas.openxmlformats.org/officeDocument/2006/relationships/tags" Target="../tags/tag374.xml"/><Relationship Id="rId37" Type="http://schemas.openxmlformats.org/officeDocument/2006/relationships/tags" Target="../tags/tag373.xml"/><Relationship Id="rId36" Type="http://schemas.openxmlformats.org/officeDocument/2006/relationships/tags" Target="../tags/tag372.xml"/><Relationship Id="rId35" Type="http://schemas.openxmlformats.org/officeDocument/2006/relationships/tags" Target="../tags/tag371.xml"/><Relationship Id="rId34" Type="http://schemas.openxmlformats.org/officeDocument/2006/relationships/tags" Target="../tags/tag370.xml"/><Relationship Id="rId33" Type="http://schemas.openxmlformats.org/officeDocument/2006/relationships/tags" Target="../tags/tag369.xml"/><Relationship Id="rId32" Type="http://schemas.openxmlformats.org/officeDocument/2006/relationships/tags" Target="../tags/tag368.xml"/><Relationship Id="rId31" Type="http://schemas.openxmlformats.org/officeDocument/2006/relationships/tags" Target="../tags/tag367.xml"/><Relationship Id="rId30" Type="http://schemas.openxmlformats.org/officeDocument/2006/relationships/tags" Target="../tags/tag366.xml"/><Relationship Id="rId3" Type="http://schemas.openxmlformats.org/officeDocument/2006/relationships/tags" Target="../tags/tag339.xml"/><Relationship Id="rId29" Type="http://schemas.openxmlformats.org/officeDocument/2006/relationships/tags" Target="../tags/tag365.xml"/><Relationship Id="rId28" Type="http://schemas.openxmlformats.org/officeDocument/2006/relationships/tags" Target="../tags/tag364.xml"/><Relationship Id="rId27" Type="http://schemas.openxmlformats.org/officeDocument/2006/relationships/tags" Target="../tags/tag363.xml"/><Relationship Id="rId26" Type="http://schemas.openxmlformats.org/officeDocument/2006/relationships/tags" Target="../tags/tag362.xml"/><Relationship Id="rId25" Type="http://schemas.openxmlformats.org/officeDocument/2006/relationships/tags" Target="../tags/tag361.xml"/><Relationship Id="rId24" Type="http://schemas.openxmlformats.org/officeDocument/2006/relationships/tags" Target="../tags/tag360.xml"/><Relationship Id="rId23" Type="http://schemas.openxmlformats.org/officeDocument/2006/relationships/tags" Target="../tags/tag359.xml"/><Relationship Id="rId22" Type="http://schemas.openxmlformats.org/officeDocument/2006/relationships/tags" Target="../tags/tag358.xml"/><Relationship Id="rId21" Type="http://schemas.openxmlformats.org/officeDocument/2006/relationships/tags" Target="../tags/tag357.xml"/><Relationship Id="rId20" Type="http://schemas.openxmlformats.org/officeDocument/2006/relationships/tags" Target="../tags/tag356.xml"/><Relationship Id="rId2" Type="http://schemas.openxmlformats.org/officeDocument/2006/relationships/tags" Target="../tags/tag338.xml"/><Relationship Id="rId19" Type="http://schemas.openxmlformats.org/officeDocument/2006/relationships/tags" Target="../tags/tag355.xml"/><Relationship Id="rId18" Type="http://schemas.openxmlformats.org/officeDocument/2006/relationships/tags" Target="../tags/tag354.xml"/><Relationship Id="rId17" Type="http://schemas.openxmlformats.org/officeDocument/2006/relationships/tags" Target="../tags/tag353.xml"/><Relationship Id="rId16" Type="http://schemas.openxmlformats.org/officeDocument/2006/relationships/tags" Target="../tags/tag352.xml"/><Relationship Id="rId15" Type="http://schemas.openxmlformats.org/officeDocument/2006/relationships/tags" Target="../tags/tag351.xml"/><Relationship Id="rId14" Type="http://schemas.openxmlformats.org/officeDocument/2006/relationships/tags" Target="../tags/tag350.xml"/><Relationship Id="rId13" Type="http://schemas.openxmlformats.org/officeDocument/2006/relationships/tags" Target="../tags/tag349.xml"/><Relationship Id="rId12" Type="http://schemas.openxmlformats.org/officeDocument/2006/relationships/tags" Target="../tags/tag348.xml"/><Relationship Id="rId11" Type="http://schemas.openxmlformats.org/officeDocument/2006/relationships/tags" Target="../tags/tag347.xml"/><Relationship Id="rId10" Type="http://schemas.openxmlformats.org/officeDocument/2006/relationships/tags" Target="../tags/tag346.xml"/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 37-2186&amp;742" descr="preencoded.png"/>
          <p:cNvSpPr/>
          <p:nvPr userDrawn="1">
            <p:custDataLst>
              <p:tags r:id="rId2"/>
            </p:custDataLst>
          </p:nvPr>
        </p:nvSpPr>
        <p:spPr>
          <a:xfrm>
            <a:off x="7388352" y="5979504"/>
            <a:ext cx="1892808" cy="878496"/>
          </a:xfrm>
          <a:custGeom>
            <a:avLst/>
            <a:gdLst>
              <a:gd name="connsiteX0" fmla="*/ 946404 w 1892808"/>
              <a:gd name="connsiteY0" fmla="*/ 878496 h 878496"/>
              <a:gd name="connsiteX1" fmla="*/ 0 w 1892808"/>
              <a:gd name="connsiteY1" fmla="*/ 878496 h 878496"/>
              <a:gd name="connsiteX2" fmla="*/ 72041 w 1892808"/>
              <a:gd name="connsiteY2" fmla="*/ 542310 h 878496"/>
              <a:gd name="connsiteX3" fmla="*/ 277195 w 1892808"/>
              <a:gd name="connsiteY3" fmla="*/ 257306 h 878496"/>
              <a:gd name="connsiteX4" fmla="*/ 584231 w 1892808"/>
              <a:gd name="connsiteY4" fmla="*/ 66872 h 878496"/>
              <a:gd name="connsiteX5" fmla="*/ 946404 w 1892808"/>
              <a:gd name="connsiteY5" fmla="*/ 0 h 878496"/>
              <a:gd name="connsiteX6" fmla="*/ 1308578 w 1892808"/>
              <a:gd name="connsiteY6" fmla="*/ 66872 h 878496"/>
              <a:gd name="connsiteX7" fmla="*/ 1615607 w 1892808"/>
              <a:gd name="connsiteY7" fmla="*/ 257306 h 878496"/>
              <a:gd name="connsiteX8" fmla="*/ 1820767 w 1892808"/>
              <a:gd name="connsiteY8" fmla="*/ 542310 h 878496"/>
              <a:gd name="connsiteX9" fmla="*/ 1892808 w 1892808"/>
              <a:gd name="connsiteY9" fmla="*/ 878496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8496">
                <a:moveTo>
                  <a:pt x="946404" y="878496"/>
                </a:move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Rectangle 41649-2186&amp;734" descr="preencoded.png"/>
          <p:cNvSpPr/>
          <p:nvPr userDrawn="1">
            <p:custDataLst>
              <p:tags r:id="rId3"/>
            </p:custDataLst>
          </p:nvPr>
        </p:nvSpPr>
        <p:spPr>
          <a:xfrm>
            <a:off x="9625407" y="914400"/>
            <a:ext cx="2566593" cy="2615184"/>
          </a:xfrm>
          <a:custGeom>
            <a:avLst/>
            <a:gdLst>
              <a:gd name="connsiteX0" fmla="*/ 0 w 2566593"/>
              <a:gd name="connsiteY0" fmla="*/ 0 h 2615184"/>
              <a:gd name="connsiteX1" fmla="*/ 2566593 w 2566593"/>
              <a:gd name="connsiteY1" fmla="*/ 0 h 2615184"/>
              <a:gd name="connsiteX2" fmla="*/ 2566593 w 2566593"/>
              <a:gd name="connsiteY2" fmla="*/ 2615184 h 2615184"/>
              <a:gd name="connsiteX3" fmla="*/ 0 w 2566593"/>
              <a:gd name="connsiteY3" fmla="*/ 2615184 h 261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593" h="2615184">
                <a:moveTo>
                  <a:pt x="0" y="0"/>
                </a:moveTo>
                <a:lnTo>
                  <a:pt x="2566593" y="0"/>
                </a:lnTo>
                <a:lnTo>
                  <a:pt x="2566593" y="2615184"/>
                </a:lnTo>
                <a:lnTo>
                  <a:pt x="0" y="2615184"/>
                </a:lnTo>
                <a:close/>
              </a:path>
            </a:pathLst>
          </a:custGeom>
          <a:gradFill>
            <a:gsLst>
              <a:gs pos="19361">
                <a:schemeClr val="accent2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1"/>
          </a:gra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4" name="椭圆 53"/>
          <p:cNvSpPr/>
          <p:nvPr userDrawn="1">
            <p:custDataLst>
              <p:tags r:id="rId4"/>
            </p:custDataLst>
          </p:nvPr>
        </p:nvSpPr>
        <p:spPr>
          <a:xfrm>
            <a:off x="9775190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5" name="椭圆 54"/>
          <p:cNvSpPr/>
          <p:nvPr userDrawn="1">
            <p:custDataLst>
              <p:tags r:id="rId5"/>
            </p:custDataLst>
          </p:nvPr>
        </p:nvSpPr>
        <p:spPr>
          <a:xfrm>
            <a:off x="1015428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6" name="椭圆 55"/>
          <p:cNvSpPr/>
          <p:nvPr userDrawn="1">
            <p:custDataLst>
              <p:tags r:id="rId6"/>
            </p:custDataLst>
          </p:nvPr>
        </p:nvSpPr>
        <p:spPr>
          <a:xfrm>
            <a:off x="1053338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7" name="椭圆 56"/>
          <p:cNvSpPr/>
          <p:nvPr userDrawn="1">
            <p:custDataLst>
              <p:tags r:id="rId7"/>
            </p:custDataLst>
          </p:nvPr>
        </p:nvSpPr>
        <p:spPr>
          <a:xfrm>
            <a:off x="1091247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8" name="椭圆 57"/>
          <p:cNvSpPr/>
          <p:nvPr userDrawn="1">
            <p:custDataLst>
              <p:tags r:id="rId8"/>
            </p:custDataLst>
          </p:nvPr>
        </p:nvSpPr>
        <p:spPr>
          <a:xfrm>
            <a:off x="1129157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9" name="椭圆 58"/>
          <p:cNvSpPr/>
          <p:nvPr userDrawn="1">
            <p:custDataLst>
              <p:tags r:id="rId9"/>
            </p:custDataLst>
          </p:nvPr>
        </p:nvSpPr>
        <p:spPr>
          <a:xfrm>
            <a:off x="11670665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8" name="椭圆 47"/>
          <p:cNvSpPr/>
          <p:nvPr userDrawn="1">
            <p:custDataLst>
              <p:tags r:id="rId10"/>
            </p:custDataLst>
          </p:nvPr>
        </p:nvSpPr>
        <p:spPr>
          <a:xfrm>
            <a:off x="9775190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9" name="椭圆 48"/>
          <p:cNvSpPr/>
          <p:nvPr userDrawn="1">
            <p:custDataLst>
              <p:tags r:id="rId11"/>
            </p:custDataLst>
          </p:nvPr>
        </p:nvSpPr>
        <p:spPr>
          <a:xfrm>
            <a:off x="1015428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0" name="椭圆 49"/>
          <p:cNvSpPr/>
          <p:nvPr userDrawn="1">
            <p:custDataLst>
              <p:tags r:id="rId12"/>
            </p:custDataLst>
          </p:nvPr>
        </p:nvSpPr>
        <p:spPr>
          <a:xfrm>
            <a:off x="1053338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1" name="椭圆 50"/>
          <p:cNvSpPr/>
          <p:nvPr userDrawn="1">
            <p:custDataLst>
              <p:tags r:id="rId13"/>
            </p:custDataLst>
          </p:nvPr>
        </p:nvSpPr>
        <p:spPr>
          <a:xfrm>
            <a:off x="1091247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2" name="椭圆 51"/>
          <p:cNvSpPr/>
          <p:nvPr userDrawn="1">
            <p:custDataLst>
              <p:tags r:id="rId14"/>
            </p:custDataLst>
          </p:nvPr>
        </p:nvSpPr>
        <p:spPr>
          <a:xfrm>
            <a:off x="1129157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3" name="椭圆 52"/>
          <p:cNvSpPr/>
          <p:nvPr userDrawn="1">
            <p:custDataLst>
              <p:tags r:id="rId15"/>
            </p:custDataLst>
          </p:nvPr>
        </p:nvSpPr>
        <p:spPr>
          <a:xfrm>
            <a:off x="11670665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2" name="椭圆 41"/>
          <p:cNvSpPr/>
          <p:nvPr userDrawn="1">
            <p:custDataLst>
              <p:tags r:id="rId16"/>
            </p:custDataLst>
          </p:nvPr>
        </p:nvSpPr>
        <p:spPr>
          <a:xfrm>
            <a:off x="9775190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3" name="椭圆 42"/>
          <p:cNvSpPr/>
          <p:nvPr userDrawn="1">
            <p:custDataLst>
              <p:tags r:id="rId17"/>
            </p:custDataLst>
          </p:nvPr>
        </p:nvSpPr>
        <p:spPr>
          <a:xfrm>
            <a:off x="1015428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4" name="椭圆 43"/>
          <p:cNvSpPr/>
          <p:nvPr userDrawn="1">
            <p:custDataLst>
              <p:tags r:id="rId18"/>
            </p:custDataLst>
          </p:nvPr>
        </p:nvSpPr>
        <p:spPr>
          <a:xfrm>
            <a:off x="1053338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5" name="椭圆 44"/>
          <p:cNvSpPr/>
          <p:nvPr userDrawn="1">
            <p:custDataLst>
              <p:tags r:id="rId19"/>
            </p:custDataLst>
          </p:nvPr>
        </p:nvSpPr>
        <p:spPr>
          <a:xfrm>
            <a:off x="1091247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6" name="椭圆 45"/>
          <p:cNvSpPr/>
          <p:nvPr userDrawn="1">
            <p:custDataLst>
              <p:tags r:id="rId20"/>
            </p:custDataLst>
          </p:nvPr>
        </p:nvSpPr>
        <p:spPr>
          <a:xfrm>
            <a:off x="1129157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7" name="椭圆 46"/>
          <p:cNvSpPr/>
          <p:nvPr userDrawn="1">
            <p:custDataLst>
              <p:tags r:id="rId21"/>
            </p:custDataLst>
          </p:nvPr>
        </p:nvSpPr>
        <p:spPr>
          <a:xfrm>
            <a:off x="11670665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6" name="椭圆 35"/>
          <p:cNvSpPr/>
          <p:nvPr userDrawn="1">
            <p:custDataLst>
              <p:tags r:id="rId22"/>
            </p:custDataLst>
          </p:nvPr>
        </p:nvSpPr>
        <p:spPr>
          <a:xfrm>
            <a:off x="9775190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7" name="椭圆 36"/>
          <p:cNvSpPr/>
          <p:nvPr userDrawn="1">
            <p:custDataLst>
              <p:tags r:id="rId23"/>
            </p:custDataLst>
          </p:nvPr>
        </p:nvSpPr>
        <p:spPr>
          <a:xfrm>
            <a:off x="1015428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8" name="椭圆 37"/>
          <p:cNvSpPr/>
          <p:nvPr userDrawn="1">
            <p:custDataLst>
              <p:tags r:id="rId24"/>
            </p:custDataLst>
          </p:nvPr>
        </p:nvSpPr>
        <p:spPr>
          <a:xfrm>
            <a:off x="1053338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9" name="椭圆 38"/>
          <p:cNvSpPr/>
          <p:nvPr userDrawn="1">
            <p:custDataLst>
              <p:tags r:id="rId25"/>
            </p:custDataLst>
          </p:nvPr>
        </p:nvSpPr>
        <p:spPr>
          <a:xfrm>
            <a:off x="1091247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0" name="椭圆 39"/>
          <p:cNvSpPr/>
          <p:nvPr userDrawn="1">
            <p:custDataLst>
              <p:tags r:id="rId26"/>
            </p:custDataLst>
          </p:nvPr>
        </p:nvSpPr>
        <p:spPr>
          <a:xfrm>
            <a:off x="1129157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1" name="椭圆 40"/>
          <p:cNvSpPr/>
          <p:nvPr userDrawn="1">
            <p:custDataLst>
              <p:tags r:id="rId27"/>
            </p:custDataLst>
          </p:nvPr>
        </p:nvSpPr>
        <p:spPr>
          <a:xfrm>
            <a:off x="11670665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0" name="椭圆 29"/>
          <p:cNvSpPr/>
          <p:nvPr userDrawn="1">
            <p:custDataLst>
              <p:tags r:id="rId28"/>
            </p:custDataLst>
          </p:nvPr>
        </p:nvSpPr>
        <p:spPr>
          <a:xfrm>
            <a:off x="9775190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1" name="椭圆 30"/>
          <p:cNvSpPr/>
          <p:nvPr userDrawn="1">
            <p:custDataLst>
              <p:tags r:id="rId29"/>
            </p:custDataLst>
          </p:nvPr>
        </p:nvSpPr>
        <p:spPr>
          <a:xfrm>
            <a:off x="1015428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2" name="椭圆 31"/>
          <p:cNvSpPr/>
          <p:nvPr userDrawn="1">
            <p:custDataLst>
              <p:tags r:id="rId30"/>
            </p:custDataLst>
          </p:nvPr>
        </p:nvSpPr>
        <p:spPr>
          <a:xfrm>
            <a:off x="1053338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3" name="椭圆 32"/>
          <p:cNvSpPr/>
          <p:nvPr userDrawn="1">
            <p:custDataLst>
              <p:tags r:id="rId31"/>
            </p:custDataLst>
          </p:nvPr>
        </p:nvSpPr>
        <p:spPr>
          <a:xfrm>
            <a:off x="1091247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4" name="椭圆 33"/>
          <p:cNvSpPr/>
          <p:nvPr userDrawn="1">
            <p:custDataLst>
              <p:tags r:id="rId32"/>
            </p:custDataLst>
          </p:nvPr>
        </p:nvSpPr>
        <p:spPr>
          <a:xfrm>
            <a:off x="1129157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5" name="椭圆 34"/>
          <p:cNvSpPr/>
          <p:nvPr userDrawn="1">
            <p:custDataLst>
              <p:tags r:id="rId33"/>
            </p:custDataLst>
          </p:nvPr>
        </p:nvSpPr>
        <p:spPr>
          <a:xfrm>
            <a:off x="11670665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椭圆 22"/>
          <p:cNvSpPr/>
          <p:nvPr userDrawn="1">
            <p:custDataLst>
              <p:tags r:id="rId34"/>
            </p:custDataLst>
          </p:nvPr>
        </p:nvSpPr>
        <p:spPr>
          <a:xfrm>
            <a:off x="9775190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椭圆 24"/>
          <p:cNvSpPr/>
          <p:nvPr userDrawn="1">
            <p:custDataLst>
              <p:tags r:id="rId35"/>
            </p:custDataLst>
          </p:nvPr>
        </p:nvSpPr>
        <p:spPr>
          <a:xfrm>
            <a:off x="1015428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6" name="椭圆 25"/>
          <p:cNvSpPr/>
          <p:nvPr userDrawn="1">
            <p:custDataLst>
              <p:tags r:id="rId36"/>
            </p:custDataLst>
          </p:nvPr>
        </p:nvSpPr>
        <p:spPr>
          <a:xfrm>
            <a:off x="1053338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7" name="椭圆 26"/>
          <p:cNvSpPr/>
          <p:nvPr userDrawn="1">
            <p:custDataLst>
              <p:tags r:id="rId37"/>
            </p:custDataLst>
          </p:nvPr>
        </p:nvSpPr>
        <p:spPr>
          <a:xfrm>
            <a:off x="1091247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8" name="椭圆 27"/>
          <p:cNvSpPr/>
          <p:nvPr userDrawn="1">
            <p:custDataLst>
              <p:tags r:id="rId38"/>
            </p:custDataLst>
          </p:nvPr>
        </p:nvSpPr>
        <p:spPr>
          <a:xfrm>
            <a:off x="1129157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9" name="椭圆 28"/>
          <p:cNvSpPr/>
          <p:nvPr userDrawn="1">
            <p:custDataLst>
              <p:tags r:id="rId39"/>
            </p:custDataLst>
          </p:nvPr>
        </p:nvSpPr>
        <p:spPr>
          <a:xfrm>
            <a:off x="11670665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2" name="椭圆 71"/>
          <p:cNvSpPr/>
          <p:nvPr userDrawn="1">
            <p:custDataLst>
              <p:tags r:id="rId40"/>
            </p:custDataLst>
          </p:nvPr>
        </p:nvSpPr>
        <p:spPr>
          <a:xfrm>
            <a:off x="29019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3" name="椭圆 72"/>
          <p:cNvSpPr/>
          <p:nvPr userDrawn="1">
            <p:custDataLst>
              <p:tags r:id="rId41"/>
            </p:custDataLst>
          </p:nvPr>
        </p:nvSpPr>
        <p:spPr>
          <a:xfrm>
            <a:off x="669290" y="2870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4" name="椭圆 73"/>
          <p:cNvSpPr/>
          <p:nvPr userDrawn="1">
            <p:custDataLst>
              <p:tags r:id="rId42"/>
            </p:custDataLst>
          </p:nvPr>
        </p:nvSpPr>
        <p:spPr>
          <a:xfrm>
            <a:off x="104838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5" name="椭圆 74"/>
          <p:cNvSpPr/>
          <p:nvPr userDrawn="1">
            <p:custDataLst>
              <p:tags r:id="rId43"/>
            </p:custDataLst>
          </p:nvPr>
        </p:nvSpPr>
        <p:spPr>
          <a:xfrm>
            <a:off x="1427480" y="2946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8" name="椭圆 67"/>
          <p:cNvSpPr/>
          <p:nvPr userDrawn="1">
            <p:custDataLst>
              <p:tags r:id="rId44"/>
            </p:custDataLst>
          </p:nvPr>
        </p:nvSpPr>
        <p:spPr>
          <a:xfrm>
            <a:off x="29019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9" name="椭圆 68"/>
          <p:cNvSpPr/>
          <p:nvPr userDrawn="1">
            <p:custDataLst>
              <p:tags r:id="rId45"/>
            </p:custDataLst>
          </p:nvPr>
        </p:nvSpPr>
        <p:spPr>
          <a:xfrm>
            <a:off x="669290" y="6661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0" name="椭圆 69"/>
          <p:cNvSpPr/>
          <p:nvPr userDrawn="1">
            <p:custDataLst>
              <p:tags r:id="rId46"/>
            </p:custDataLst>
          </p:nvPr>
        </p:nvSpPr>
        <p:spPr>
          <a:xfrm>
            <a:off x="104838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1" name="椭圆 70"/>
          <p:cNvSpPr/>
          <p:nvPr userDrawn="1">
            <p:custDataLst>
              <p:tags r:id="rId47"/>
            </p:custDataLst>
          </p:nvPr>
        </p:nvSpPr>
        <p:spPr>
          <a:xfrm>
            <a:off x="1427480" y="6737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4" name="椭圆 63"/>
          <p:cNvSpPr/>
          <p:nvPr userDrawn="1">
            <p:custDataLst>
              <p:tags r:id="rId48"/>
            </p:custDataLst>
          </p:nvPr>
        </p:nvSpPr>
        <p:spPr>
          <a:xfrm>
            <a:off x="29019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5" name="椭圆 64"/>
          <p:cNvSpPr/>
          <p:nvPr userDrawn="1">
            <p:custDataLst>
              <p:tags r:id="rId49"/>
            </p:custDataLst>
          </p:nvPr>
        </p:nvSpPr>
        <p:spPr>
          <a:xfrm>
            <a:off x="669290" y="10452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6" name="椭圆 65"/>
          <p:cNvSpPr/>
          <p:nvPr userDrawn="1">
            <p:custDataLst>
              <p:tags r:id="rId50"/>
            </p:custDataLst>
          </p:nvPr>
        </p:nvSpPr>
        <p:spPr>
          <a:xfrm>
            <a:off x="104838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7" name="椭圆 66"/>
          <p:cNvSpPr/>
          <p:nvPr userDrawn="1">
            <p:custDataLst>
              <p:tags r:id="rId51"/>
            </p:custDataLst>
          </p:nvPr>
        </p:nvSpPr>
        <p:spPr>
          <a:xfrm>
            <a:off x="1427480" y="10528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2"/>
            </p:custDataLst>
          </p:nvPr>
        </p:nvSpPr>
        <p:spPr>
          <a:xfrm>
            <a:off x="1183004" y="1256030"/>
            <a:ext cx="6032065" cy="227617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6"/>
            </p:custDataLst>
          </p:nvPr>
        </p:nvSpPr>
        <p:spPr>
          <a:xfrm>
            <a:off x="1183004" y="3871785"/>
            <a:ext cx="603206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任意多边形: 形状 7" descr="preencoded.png"/>
          <p:cNvSpPr/>
          <p:nvPr userDrawn="1">
            <p:custDataLst>
              <p:tags r:id="rId57"/>
            </p:custDataLst>
          </p:nvPr>
        </p:nvSpPr>
        <p:spPr>
          <a:xfrm>
            <a:off x="1" y="0"/>
            <a:ext cx="2095873" cy="914400"/>
          </a:xfrm>
          <a:custGeom>
            <a:avLst/>
            <a:gdLst>
              <a:gd name="connsiteX0" fmla="*/ 0 w 2095873"/>
              <a:gd name="connsiteY0" fmla="*/ 0 h 914400"/>
              <a:gd name="connsiteX1" fmla="*/ 2095873 w 2095873"/>
              <a:gd name="connsiteY1" fmla="*/ 0 h 914400"/>
              <a:gd name="connsiteX2" fmla="*/ 2042749 w 2095873"/>
              <a:gd name="connsiteY2" fmla="*/ 112323 h 914400"/>
              <a:gd name="connsiteX3" fmla="*/ 1777581 w 2095873"/>
              <a:gd name="connsiteY3" fmla="*/ 469891 h 914400"/>
              <a:gd name="connsiteX4" fmla="*/ 1285340 w 2095873"/>
              <a:gd name="connsiteY4" fmla="*/ 798876 h 914400"/>
              <a:gd name="connsiteX5" fmla="*/ 704689 w 2095873"/>
              <a:gd name="connsiteY5" fmla="*/ 914400 h 914400"/>
              <a:gd name="connsiteX6" fmla="*/ 124042 w 2095873"/>
              <a:gd name="connsiteY6" fmla="*/ 798876 h 914400"/>
              <a:gd name="connsiteX7" fmla="*/ 0 w 2095873"/>
              <a:gd name="connsiteY7" fmla="*/ 740186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873" h="914400">
                <a:moveTo>
                  <a:pt x="0" y="0"/>
                </a:moveTo>
                <a:lnTo>
                  <a:pt x="2095873" y="0"/>
                </a:lnTo>
                <a:lnTo>
                  <a:pt x="2042749" y="112323"/>
                </a:lnTo>
                <a:cubicBezTo>
                  <a:pt x="1972540" y="243663"/>
                  <a:pt x="1883256" y="364196"/>
                  <a:pt x="1777581" y="469891"/>
                </a:cubicBezTo>
                <a:cubicBezTo>
                  <a:pt x="1636694" y="610818"/>
                  <a:pt x="1469423" y="722607"/>
                  <a:pt x="1285340" y="798876"/>
                </a:cubicBezTo>
                <a:cubicBezTo>
                  <a:pt x="1101249" y="875144"/>
                  <a:pt x="903945" y="914400"/>
                  <a:pt x="704689" y="914400"/>
                </a:cubicBezTo>
                <a:cubicBezTo>
                  <a:pt x="505434" y="914400"/>
                  <a:pt x="308130" y="875144"/>
                  <a:pt x="124042" y="798876"/>
                </a:cubicBezTo>
                <a:lnTo>
                  <a:pt x="0" y="740186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80000"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175" y="1588"/>
            <a:ext cx="12192000" cy="2847975"/>
          </a:xfrm>
          <a:prstGeom prst="rect">
            <a:avLst/>
          </a:prstGeom>
        </p:spPr>
      </p:pic>
      <p:sp>
        <p:nvSpPr>
          <p:cNvPr id="12" name="图形 21"/>
          <p:cNvSpPr/>
          <p:nvPr userDrawn="1">
            <p:custDataLst>
              <p:tags r:id="rId5"/>
            </p:custDataLst>
          </p:nvPr>
        </p:nvSpPr>
        <p:spPr>
          <a:xfrm flipV="1">
            <a:off x="1661060" y="-396117"/>
            <a:ext cx="9559390" cy="2840095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4"/>
            <a:ext cx="12188825" cy="2888252"/>
          </a:xfrm>
          <a:prstGeom prst="rect">
            <a:avLst/>
          </a:prstGeom>
        </p:spPr>
      </p:pic>
      <p:sp>
        <p:nvSpPr>
          <p:cNvPr id="4" name="矩形 3"/>
          <p:cNvSpPr/>
          <p:nvPr userDrawn="1">
            <p:custDataLst>
              <p:tags r:id="rId8"/>
            </p:custDataLst>
          </p:nvPr>
        </p:nvSpPr>
        <p:spPr>
          <a:xfrm>
            <a:off x="3175" y="-635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01738" y="565200"/>
            <a:ext cx="7770812" cy="16255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49996"/>
          </a:xfrm>
          <a:prstGeom prst="rect">
            <a:avLst/>
          </a:prstGeom>
          <a:gradFill flip="none" rotWithShape="1">
            <a:gsLst>
              <a:gs pos="59000">
                <a:schemeClr val="bg1">
                  <a:alpha val="40000"/>
                </a:schemeClr>
              </a:gs>
              <a:gs pos="0">
                <a:schemeClr val="bg2"/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9000">
                <a:schemeClr val="bg1">
                  <a:alpha val="40000"/>
                </a:schemeClr>
              </a:gs>
              <a:gs pos="0">
                <a:schemeClr val="bg2"/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28000"/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443401"/>
            <a:ext cx="12192000" cy="4407408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9" name="图片 18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2067"/>
            <a:ext cx="12192000" cy="4410075"/>
          </a:xfrm>
          <a:prstGeom prst="rect">
            <a:avLst/>
          </a:prstGeom>
        </p:spPr>
      </p:pic>
      <p:sp>
        <p:nvSpPr>
          <p:cNvPr id="20" name="图形 21"/>
          <p:cNvSpPr/>
          <p:nvPr userDrawn="1">
            <p:custDataLst>
              <p:tags r:id="rId10"/>
            </p:custDataLst>
          </p:nvPr>
        </p:nvSpPr>
        <p:spPr>
          <a:xfrm>
            <a:off x="2861210" y="3881380"/>
            <a:ext cx="9559390" cy="2840095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8245"/>
            <a:ext cx="12192000" cy="44100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3"/>
            </p:custDataLst>
          </p:nvPr>
        </p:nvSpPr>
        <p:spPr>
          <a:xfrm>
            <a:off x="1028700" y="598536"/>
            <a:ext cx="9239250" cy="2799325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7"/>
            </p:custDataLst>
          </p:nvPr>
        </p:nvSpPr>
        <p:spPr>
          <a:xfrm>
            <a:off x="1028700" y="4096935"/>
            <a:ext cx="7143750" cy="1225776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2"/>
              </a:gs>
              <a:gs pos="0">
                <a:schemeClr val="bg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sp>
        <p:nvSpPr>
          <p:cNvPr id="4" name="任意多边形: 形状 3"/>
          <p:cNvSpPr/>
          <p:nvPr userDrawn="1">
            <p:custDataLst>
              <p:tags r:id="rId3"/>
            </p:custDataLst>
          </p:nvPr>
        </p:nvSpPr>
        <p:spPr>
          <a:xfrm flipH="1" flipV="1">
            <a:off x="0" y="0"/>
            <a:ext cx="5919599" cy="6007101"/>
          </a:xfrm>
          <a:custGeom>
            <a:avLst/>
            <a:gdLst>
              <a:gd name="connsiteX0" fmla="*/ 5728832 w 5728832"/>
              <a:gd name="connsiteY0" fmla="*/ 0 h 5813514"/>
              <a:gd name="connsiteX1" fmla="*/ 5728831 w 5728832"/>
              <a:gd name="connsiteY1" fmla="*/ 5813514 h 5813514"/>
              <a:gd name="connsiteX2" fmla="*/ 784322 w 5728832"/>
              <a:gd name="connsiteY2" fmla="*/ 5813514 h 5813514"/>
              <a:gd name="connsiteX3" fmla="*/ 161389 w 5728832"/>
              <a:gd name="connsiteY3" fmla="*/ 4887879 h 5813514"/>
              <a:gd name="connsiteX4" fmla="*/ 418234 w 5728832"/>
              <a:gd name="connsiteY4" fmla="*/ 3573919 h 5813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8832" h="5813514">
                <a:moveTo>
                  <a:pt x="5728832" y="0"/>
                </a:moveTo>
                <a:lnTo>
                  <a:pt x="5728831" y="5813514"/>
                </a:lnTo>
                <a:lnTo>
                  <a:pt x="784322" y="5813514"/>
                </a:lnTo>
                <a:lnTo>
                  <a:pt x="161389" y="4887879"/>
                </a:lnTo>
                <a:cubicBezTo>
                  <a:pt x="-130525" y="4454114"/>
                  <a:pt x="-15533" y="3865833"/>
                  <a:pt x="418234" y="3573919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sp>
        <p:nvSpPr>
          <p:cNvPr id="6" name="任意多边形: 形状 5"/>
          <p:cNvSpPr/>
          <p:nvPr userDrawn="1">
            <p:custDataLst>
              <p:tags r:id="rId4"/>
            </p:custDataLst>
          </p:nvPr>
        </p:nvSpPr>
        <p:spPr>
          <a:xfrm>
            <a:off x="9964329" y="4597400"/>
            <a:ext cx="2227671" cy="2260600"/>
          </a:xfrm>
          <a:custGeom>
            <a:avLst/>
            <a:gdLst>
              <a:gd name="connsiteX0" fmla="*/ 5728832 w 5728832"/>
              <a:gd name="connsiteY0" fmla="*/ 0 h 5813514"/>
              <a:gd name="connsiteX1" fmla="*/ 5728831 w 5728832"/>
              <a:gd name="connsiteY1" fmla="*/ 5813514 h 5813514"/>
              <a:gd name="connsiteX2" fmla="*/ 784322 w 5728832"/>
              <a:gd name="connsiteY2" fmla="*/ 5813514 h 5813514"/>
              <a:gd name="connsiteX3" fmla="*/ 161389 w 5728832"/>
              <a:gd name="connsiteY3" fmla="*/ 4887879 h 5813514"/>
              <a:gd name="connsiteX4" fmla="*/ 418234 w 5728832"/>
              <a:gd name="connsiteY4" fmla="*/ 3573919 h 5813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8832" h="5813514">
                <a:moveTo>
                  <a:pt x="5728832" y="0"/>
                </a:moveTo>
                <a:lnTo>
                  <a:pt x="5728831" y="5813514"/>
                </a:lnTo>
                <a:lnTo>
                  <a:pt x="784322" y="5813514"/>
                </a:lnTo>
                <a:lnTo>
                  <a:pt x="161389" y="4887879"/>
                </a:lnTo>
                <a:cubicBezTo>
                  <a:pt x="-130525" y="4454114"/>
                  <a:pt x="-15533" y="3865833"/>
                  <a:pt x="418234" y="3573919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sp>
        <p:nvSpPr>
          <p:cNvPr id="10" name="矩形: 圆角 9"/>
          <p:cNvSpPr/>
          <p:nvPr userDrawn="1">
            <p:custDataLst>
              <p:tags r:id="rId5"/>
            </p:custDataLst>
          </p:nvPr>
        </p:nvSpPr>
        <p:spPr>
          <a:xfrm>
            <a:off x="695960" y="1688801"/>
            <a:ext cx="10822940" cy="4394499"/>
          </a:xfrm>
          <a:prstGeom prst="roundRect">
            <a:avLst>
              <a:gd name="adj" fmla="val 7618"/>
            </a:avLst>
          </a:prstGeom>
          <a:solidFill>
            <a:srgbClr val="FFFFFF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54000" dist="190500" dir="54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3" t="8735" r="34459" b="52765"/>
          <a:stretch>
            <a:fillRect/>
          </a:stretch>
        </p:blipFill>
        <p:spPr>
          <a:xfrm>
            <a:off x="10154068" y="5326080"/>
            <a:ext cx="2037932" cy="1531920"/>
          </a:xfrm>
          <a:prstGeom prst="rect">
            <a:avLst/>
          </a:prstGeom>
        </p:spPr>
      </p:pic>
      <p:sp>
        <p:nvSpPr>
          <p:cNvPr id="12" name="任意多边形: 形状 11"/>
          <p:cNvSpPr/>
          <p:nvPr userDrawn="1">
            <p:custDataLst>
              <p:tags r:id="rId8"/>
            </p:custDataLst>
          </p:nvPr>
        </p:nvSpPr>
        <p:spPr>
          <a:xfrm>
            <a:off x="11236039" y="938658"/>
            <a:ext cx="293268" cy="71835"/>
          </a:xfrm>
          <a:custGeom>
            <a:avLst/>
            <a:gdLst>
              <a:gd name="connsiteX0" fmla="*/ 309960 w 353220"/>
              <a:gd name="connsiteY0" fmla="*/ 0 h 86520"/>
              <a:gd name="connsiteX1" fmla="*/ 353220 w 353220"/>
              <a:gd name="connsiteY1" fmla="*/ 43260 h 86520"/>
              <a:gd name="connsiteX2" fmla="*/ 309960 w 353220"/>
              <a:gd name="connsiteY2" fmla="*/ 86520 h 86520"/>
              <a:gd name="connsiteX3" fmla="*/ 266700 w 353220"/>
              <a:gd name="connsiteY3" fmla="*/ 43260 h 86520"/>
              <a:gd name="connsiteX4" fmla="*/ 309960 w 353220"/>
              <a:gd name="connsiteY4" fmla="*/ 0 h 86520"/>
              <a:gd name="connsiteX5" fmla="*/ 176610 w 353220"/>
              <a:gd name="connsiteY5" fmla="*/ 0 h 86520"/>
              <a:gd name="connsiteX6" fmla="*/ 219870 w 353220"/>
              <a:gd name="connsiteY6" fmla="*/ 43260 h 86520"/>
              <a:gd name="connsiteX7" fmla="*/ 176610 w 353220"/>
              <a:gd name="connsiteY7" fmla="*/ 86520 h 86520"/>
              <a:gd name="connsiteX8" fmla="*/ 133350 w 353220"/>
              <a:gd name="connsiteY8" fmla="*/ 43260 h 86520"/>
              <a:gd name="connsiteX9" fmla="*/ 176610 w 353220"/>
              <a:gd name="connsiteY9" fmla="*/ 0 h 86520"/>
              <a:gd name="connsiteX10" fmla="*/ 43260 w 353220"/>
              <a:gd name="connsiteY10" fmla="*/ 0 h 86520"/>
              <a:gd name="connsiteX11" fmla="*/ 86520 w 353220"/>
              <a:gd name="connsiteY11" fmla="*/ 43260 h 86520"/>
              <a:gd name="connsiteX12" fmla="*/ 43260 w 353220"/>
              <a:gd name="connsiteY12" fmla="*/ 86520 h 86520"/>
              <a:gd name="connsiteX13" fmla="*/ 0 w 353220"/>
              <a:gd name="connsiteY13" fmla="*/ 43260 h 86520"/>
              <a:gd name="connsiteX14" fmla="*/ 43260 w 353220"/>
              <a:gd name="connsiteY14" fmla="*/ 0 h 8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3220" h="86520">
                <a:moveTo>
                  <a:pt x="309960" y="0"/>
                </a:moveTo>
                <a:cubicBezTo>
                  <a:pt x="333852" y="0"/>
                  <a:pt x="353220" y="19368"/>
                  <a:pt x="353220" y="43260"/>
                </a:cubicBezTo>
                <a:cubicBezTo>
                  <a:pt x="353220" y="67152"/>
                  <a:pt x="333852" y="86520"/>
                  <a:pt x="309960" y="86520"/>
                </a:cubicBezTo>
                <a:cubicBezTo>
                  <a:pt x="286068" y="86520"/>
                  <a:pt x="266700" y="67152"/>
                  <a:pt x="266700" y="43260"/>
                </a:cubicBezTo>
                <a:cubicBezTo>
                  <a:pt x="266700" y="19368"/>
                  <a:pt x="286068" y="0"/>
                  <a:pt x="309960" y="0"/>
                </a:cubicBezTo>
                <a:close/>
                <a:moveTo>
                  <a:pt x="176610" y="0"/>
                </a:moveTo>
                <a:cubicBezTo>
                  <a:pt x="200502" y="0"/>
                  <a:pt x="219870" y="19368"/>
                  <a:pt x="219870" y="43260"/>
                </a:cubicBezTo>
                <a:cubicBezTo>
                  <a:pt x="219870" y="67152"/>
                  <a:pt x="200502" y="86520"/>
                  <a:pt x="176610" y="86520"/>
                </a:cubicBezTo>
                <a:cubicBezTo>
                  <a:pt x="152718" y="86520"/>
                  <a:pt x="133350" y="67152"/>
                  <a:pt x="133350" y="43260"/>
                </a:cubicBezTo>
                <a:cubicBezTo>
                  <a:pt x="133350" y="19368"/>
                  <a:pt x="152718" y="0"/>
                  <a:pt x="176610" y="0"/>
                </a:cubicBezTo>
                <a:close/>
                <a:moveTo>
                  <a:pt x="43260" y="0"/>
                </a:moveTo>
                <a:cubicBezTo>
                  <a:pt x="67152" y="0"/>
                  <a:pt x="86520" y="19368"/>
                  <a:pt x="86520" y="43260"/>
                </a:cubicBezTo>
                <a:cubicBezTo>
                  <a:pt x="86520" y="67152"/>
                  <a:pt x="67152" y="86520"/>
                  <a:pt x="43260" y="86520"/>
                </a:cubicBezTo>
                <a:cubicBezTo>
                  <a:pt x="19368" y="86520"/>
                  <a:pt x="0" y="67152"/>
                  <a:pt x="0" y="43260"/>
                </a:cubicBezTo>
                <a:cubicBezTo>
                  <a:pt x="0" y="19368"/>
                  <a:pt x="19368" y="0"/>
                  <a:pt x="4326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9"/>
            </p:custDataLst>
          </p:nvPr>
        </p:nvCxnSpPr>
        <p:spPr>
          <a:xfrm>
            <a:off x="7782807" y="974575"/>
            <a:ext cx="3190875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218565" y="393700"/>
            <a:ext cx="7168515" cy="1081405"/>
          </a:xfrm>
        </p:spPr>
        <p:txBody>
          <a:bodyPr wrap="square" anchor="b">
            <a:normAutofit/>
          </a:bodyPr>
          <a:lstStyle>
            <a:lvl1pPr>
              <a:defRPr sz="5400">
                <a:solidFill>
                  <a:srgbClr val="021A29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Ellipse 37-2186&amp;687" descr="preencoded.png"/>
          <p:cNvSpPr/>
          <p:nvPr userDrawn="1">
            <p:custDataLst>
              <p:tags r:id="rId2"/>
            </p:custDataLst>
          </p:nvPr>
        </p:nvSpPr>
        <p:spPr>
          <a:xfrm>
            <a:off x="1463040" y="6091732"/>
            <a:ext cx="1649831" cy="766268"/>
          </a:xfrm>
          <a:custGeom>
            <a:avLst/>
            <a:gdLst>
              <a:gd name="connsiteX0" fmla="*/ 0 w 1892808"/>
              <a:gd name="connsiteY0" fmla="*/ 879119 h 879119"/>
              <a:gd name="connsiteX1" fmla="*/ 72041 w 1892808"/>
              <a:gd name="connsiteY1" fmla="*/ 542695 h 879119"/>
              <a:gd name="connsiteX2" fmla="*/ 277195 w 1892808"/>
              <a:gd name="connsiteY2" fmla="*/ 257488 h 879119"/>
              <a:gd name="connsiteX3" fmla="*/ 584231 w 1892808"/>
              <a:gd name="connsiteY3" fmla="*/ 66919 h 879119"/>
              <a:gd name="connsiteX4" fmla="*/ 946404 w 1892808"/>
              <a:gd name="connsiteY4" fmla="*/ 0 h 879119"/>
              <a:gd name="connsiteX5" fmla="*/ 1308578 w 1892808"/>
              <a:gd name="connsiteY5" fmla="*/ 66919 h 879119"/>
              <a:gd name="connsiteX6" fmla="*/ 1615607 w 1892808"/>
              <a:gd name="connsiteY6" fmla="*/ 257488 h 879119"/>
              <a:gd name="connsiteX7" fmla="*/ 1820767 w 1892808"/>
              <a:gd name="connsiteY7" fmla="*/ 542695 h 879119"/>
              <a:gd name="connsiteX8" fmla="*/ 1892808 w 1892808"/>
              <a:gd name="connsiteY8" fmla="*/ 879119 h 879119"/>
              <a:gd name="connsiteX9" fmla="*/ 946404 w 1892808"/>
              <a:gd name="connsiteY9" fmla="*/ 879119 h 87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9119">
                <a:moveTo>
                  <a:pt x="0" y="879119"/>
                </a:moveTo>
                <a:cubicBezTo>
                  <a:pt x="0" y="763671"/>
                  <a:pt x="24479" y="649354"/>
                  <a:pt x="72041" y="542695"/>
                </a:cubicBezTo>
                <a:cubicBezTo>
                  <a:pt x="119602" y="436036"/>
                  <a:pt x="189314" y="339121"/>
                  <a:pt x="277195" y="257488"/>
                </a:cubicBezTo>
                <a:cubicBezTo>
                  <a:pt x="365077" y="175854"/>
                  <a:pt x="469408" y="111099"/>
                  <a:pt x="584231" y="66919"/>
                </a:cubicBezTo>
                <a:cubicBezTo>
                  <a:pt x="699053" y="22739"/>
                  <a:pt x="822120" y="0"/>
                  <a:pt x="946404" y="0"/>
                </a:cubicBezTo>
                <a:cubicBezTo>
                  <a:pt x="1070688" y="0"/>
                  <a:pt x="1193755" y="22739"/>
                  <a:pt x="1308578" y="66919"/>
                </a:cubicBezTo>
                <a:cubicBezTo>
                  <a:pt x="1423404" y="111099"/>
                  <a:pt x="1527725" y="175854"/>
                  <a:pt x="1615607" y="257488"/>
                </a:cubicBezTo>
                <a:cubicBezTo>
                  <a:pt x="1703489" y="339123"/>
                  <a:pt x="1773206" y="436036"/>
                  <a:pt x="1820767" y="542695"/>
                </a:cubicBezTo>
                <a:cubicBezTo>
                  <a:pt x="1868329" y="649354"/>
                  <a:pt x="1892808" y="763671"/>
                  <a:pt x="1892808" y="879119"/>
                </a:cubicBezTo>
                <a:lnTo>
                  <a:pt x="946404" y="879119"/>
                </a:ln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60" name="任意多边形: 形状 59" descr="preencoded.png"/>
          <p:cNvSpPr/>
          <p:nvPr userDrawn="1">
            <p:custDataLst>
              <p:tags r:id="rId3"/>
            </p:custDataLst>
          </p:nvPr>
        </p:nvSpPr>
        <p:spPr>
          <a:xfrm>
            <a:off x="10616093" y="0"/>
            <a:ext cx="1575907" cy="621793"/>
          </a:xfrm>
          <a:custGeom>
            <a:avLst/>
            <a:gdLst>
              <a:gd name="connsiteX0" fmla="*/ 0 w 1575907"/>
              <a:gd name="connsiteY0" fmla="*/ 0 h 621793"/>
              <a:gd name="connsiteX1" fmla="*/ 1575907 w 1575907"/>
              <a:gd name="connsiteY1" fmla="*/ 0 h 621793"/>
              <a:gd name="connsiteX2" fmla="*/ 1575907 w 1575907"/>
              <a:gd name="connsiteY2" fmla="*/ 354873 h 621793"/>
              <a:gd name="connsiteX3" fmla="*/ 1568328 w 1575907"/>
              <a:gd name="connsiteY3" fmla="*/ 363481 h 621793"/>
              <a:gd name="connsiteX4" fmla="*/ 1261382 w 1575907"/>
              <a:gd name="connsiteY4" fmla="*/ 554659 h 621793"/>
              <a:gd name="connsiteX5" fmla="*/ 899305 w 1575907"/>
              <a:gd name="connsiteY5" fmla="*/ 621793 h 621793"/>
              <a:gd name="connsiteX6" fmla="*/ 537229 w 1575907"/>
              <a:gd name="connsiteY6" fmla="*/ 554659 h 621793"/>
              <a:gd name="connsiteX7" fmla="*/ 230275 w 1575907"/>
              <a:gd name="connsiteY7" fmla="*/ 363481 h 621793"/>
              <a:gd name="connsiteX8" fmla="*/ 25176 w 1575907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5907" h="621793">
                <a:moveTo>
                  <a:pt x="0" y="0"/>
                </a:moveTo>
                <a:lnTo>
                  <a:pt x="1575907" y="0"/>
                </a:lnTo>
                <a:lnTo>
                  <a:pt x="1575907" y="354873"/>
                </a:lnTo>
                <a:lnTo>
                  <a:pt x="1568328" y="363481"/>
                </a:lnTo>
                <a:cubicBezTo>
                  <a:pt x="1480470" y="445376"/>
                  <a:pt x="1376177" y="510338"/>
                  <a:pt x="1261382" y="554659"/>
                </a:cubicBezTo>
                <a:cubicBezTo>
                  <a:pt x="1146589" y="598980"/>
                  <a:pt x="1023556" y="621793"/>
                  <a:pt x="899305" y="621793"/>
                </a:cubicBezTo>
                <a:cubicBezTo>
                  <a:pt x="775055" y="621793"/>
                  <a:pt x="652021" y="598980"/>
                  <a:pt x="537229" y="554659"/>
                </a:cubicBezTo>
                <a:cubicBezTo>
                  <a:pt x="422437" y="510338"/>
                  <a:pt x="318134" y="445376"/>
                  <a:pt x="230275" y="363481"/>
                </a:cubicBezTo>
                <a:cubicBezTo>
                  <a:pt x="142418" y="281587"/>
                  <a:pt x="72725" y="184363"/>
                  <a:pt x="25176" y="77363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2" name="椭圆 51"/>
          <p:cNvSpPr/>
          <p:nvPr userDrawn="1">
            <p:custDataLst>
              <p:tags r:id="rId4"/>
            </p:custDataLst>
          </p:nvPr>
        </p:nvSpPr>
        <p:spPr>
          <a:xfrm>
            <a:off x="10321925" y="495554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3" name="椭圆 52"/>
          <p:cNvSpPr/>
          <p:nvPr userDrawn="1">
            <p:custDataLst>
              <p:tags r:id="rId5"/>
            </p:custDataLst>
          </p:nvPr>
        </p:nvSpPr>
        <p:spPr>
          <a:xfrm>
            <a:off x="10621010" y="494919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4" name="椭圆 53"/>
          <p:cNvSpPr/>
          <p:nvPr userDrawn="1">
            <p:custDataLst>
              <p:tags r:id="rId6"/>
            </p:custDataLst>
          </p:nvPr>
        </p:nvSpPr>
        <p:spPr>
          <a:xfrm>
            <a:off x="10920095" y="49434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5" name="椭圆 54"/>
          <p:cNvSpPr/>
          <p:nvPr userDrawn="1">
            <p:custDataLst>
              <p:tags r:id="rId7"/>
            </p:custDataLst>
          </p:nvPr>
        </p:nvSpPr>
        <p:spPr>
          <a:xfrm>
            <a:off x="11218545" y="494919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6" name="椭圆 55"/>
          <p:cNvSpPr/>
          <p:nvPr userDrawn="1">
            <p:custDataLst>
              <p:tags r:id="rId8"/>
            </p:custDataLst>
          </p:nvPr>
        </p:nvSpPr>
        <p:spPr>
          <a:xfrm>
            <a:off x="11517630" y="49434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7" name="椭圆 56"/>
          <p:cNvSpPr/>
          <p:nvPr userDrawn="1">
            <p:custDataLst>
              <p:tags r:id="rId9"/>
            </p:custDataLst>
          </p:nvPr>
        </p:nvSpPr>
        <p:spPr>
          <a:xfrm>
            <a:off x="11816715" y="495554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6" name="椭圆 45"/>
          <p:cNvSpPr/>
          <p:nvPr userDrawn="1">
            <p:custDataLst>
              <p:tags r:id="rId10"/>
            </p:custDataLst>
          </p:nvPr>
        </p:nvSpPr>
        <p:spPr>
          <a:xfrm>
            <a:off x="10321925" y="525462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7" name="椭圆 46"/>
          <p:cNvSpPr/>
          <p:nvPr userDrawn="1">
            <p:custDataLst>
              <p:tags r:id="rId11"/>
            </p:custDataLst>
          </p:nvPr>
        </p:nvSpPr>
        <p:spPr>
          <a:xfrm>
            <a:off x="10621010" y="52482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8" name="椭圆 47"/>
          <p:cNvSpPr/>
          <p:nvPr userDrawn="1">
            <p:custDataLst>
              <p:tags r:id="rId12"/>
            </p:custDataLst>
          </p:nvPr>
        </p:nvSpPr>
        <p:spPr>
          <a:xfrm>
            <a:off x="10920095" y="52425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9" name="椭圆 48"/>
          <p:cNvSpPr/>
          <p:nvPr userDrawn="1">
            <p:custDataLst>
              <p:tags r:id="rId13"/>
            </p:custDataLst>
          </p:nvPr>
        </p:nvSpPr>
        <p:spPr>
          <a:xfrm>
            <a:off x="11218545" y="52482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0" name="椭圆 49"/>
          <p:cNvSpPr/>
          <p:nvPr userDrawn="1">
            <p:custDataLst>
              <p:tags r:id="rId14"/>
            </p:custDataLst>
          </p:nvPr>
        </p:nvSpPr>
        <p:spPr>
          <a:xfrm>
            <a:off x="11517630" y="52425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1" name="椭圆 50"/>
          <p:cNvSpPr/>
          <p:nvPr userDrawn="1">
            <p:custDataLst>
              <p:tags r:id="rId15"/>
            </p:custDataLst>
          </p:nvPr>
        </p:nvSpPr>
        <p:spPr>
          <a:xfrm>
            <a:off x="11816715" y="525462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0" name="椭圆 39"/>
          <p:cNvSpPr/>
          <p:nvPr userDrawn="1">
            <p:custDataLst>
              <p:tags r:id="rId16"/>
            </p:custDataLst>
          </p:nvPr>
        </p:nvSpPr>
        <p:spPr>
          <a:xfrm>
            <a:off x="10321925" y="55537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1" name="椭圆 40"/>
          <p:cNvSpPr/>
          <p:nvPr userDrawn="1">
            <p:custDataLst>
              <p:tags r:id="rId17"/>
            </p:custDataLst>
          </p:nvPr>
        </p:nvSpPr>
        <p:spPr>
          <a:xfrm>
            <a:off x="10621010" y="55473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2" name="椭圆 41"/>
          <p:cNvSpPr/>
          <p:nvPr userDrawn="1">
            <p:custDataLst>
              <p:tags r:id="rId18"/>
            </p:custDataLst>
          </p:nvPr>
        </p:nvSpPr>
        <p:spPr>
          <a:xfrm>
            <a:off x="10920095" y="55416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3" name="椭圆 42"/>
          <p:cNvSpPr/>
          <p:nvPr userDrawn="1">
            <p:custDataLst>
              <p:tags r:id="rId19"/>
            </p:custDataLst>
          </p:nvPr>
        </p:nvSpPr>
        <p:spPr>
          <a:xfrm>
            <a:off x="11218545" y="55473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4" name="椭圆 43"/>
          <p:cNvSpPr/>
          <p:nvPr userDrawn="1">
            <p:custDataLst>
              <p:tags r:id="rId20"/>
            </p:custDataLst>
          </p:nvPr>
        </p:nvSpPr>
        <p:spPr>
          <a:xfrm>
            <a:off x="11517630" y="55416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5" name="椭圆 44"/>
          <p:cNvSpPr/>
          <p:nvPr userDrawn="1">
            <p:custDataLst>
              <p:tags r:id="rId21"/>
            </p:custDataLst>
          </p:nvPr>
        </p:nvSpPr>
        <p:spPr>
          <a:xfrm>
            <a:off x="11816715" y="55537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4" name="椭圆 33"/>
          <p:cNvSpPr/>
          <p:nvPr userDrawn="1">
            <p:custDataLst>
              <p:tags r:id="rId22"/>
            </p:custDataLst>
          </p:nvPr>
        </p:nvSpPr>
        <p:spPr>
          <a:xfrm>
            <a:off x="10321925" y="58521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5" name="椭圆 34"/>
          <p:cNvSpPr/>
          <p:nvPr userDrawn="1">
            <p:custDataLst>
              <p:tags r:id="rId23"/>
            </p:custDataLst>
          </p:nvPr>
        </p:nvSpPr>
        <p:spPr>
          <a:xfrm>
            <a:off x="10621010" y="58458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6" name="椭圆 35"/>
          <p:cNvSpPr/>
          <p:nvPr userDrawn="1">
            <p:custDataLst>
              <p:tags r:id="rId24"/>
            </p:custDataLst>
          </p:nvPr>
        </p:nvSpPr>
        <p:spPr>
          <a:xfrm>
            <a:off x="10920095" y="58400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7" name="椭圆 36"/>
          <p:cNvSpPr/>
          <p:nvPr userDrawn="1">
            <p:custDataLst>
              <p:tags r:id="rId25"/>
            </p:custDataLst>
          </p:nvPr>
        </p:nvSpPr>
        <p:spPr>
          <a:xfrm>
            <a:off x="11218545" y="58458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8" name="椭圆 37"/>
          <p:cNvSpPr/>
          <p:nvPr userDrawn="1">
            <p:custDataLst>
              <p:tags r:id="rId26"/>
            </p:custDataLst>
          </p:nvPr>
        </p:nvSpPr>
        <p:spPr>
          <a:xfrm>
            <a:off x="11517630" y="58400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9" name="椭圆 38"/>
          <p:cNvSpPr/>
          <p:nvPr userDrawn="1">
            <p:custDataLst>
              <p:tags r:id="rId27"/>
            </p:custDataLst>
          </p:nvPr>
        </p:nvSpPr>
        <p:spPr>
          <a:xfrm>
            <a:off x="11816715" y="58521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8" name="椭圆 27"/>
          <p:cNvSpPr/>
          <p:nvPr userDrawn="1">
            <p:custDataLst>
              <p:tags r:id="rId28"/>
            </p:custDataLst>
          </p:nvPr>
        </p:nvSpPr>
        <p:spPr>
          <a:xfrm>
            <a:off x="10321925" y="61512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9" name="椭圆 28"/>
          <p:cNvSpPr/>
          <p:nvPr userDrawn="1">
            <p:custDataLst>
              <p:tags r:id="rId29"/>
            </p:custDataLst>
          </p:nvPr>
        </p:nvSpPr>
        <p:spPr>
          <a:xfrm>
            <a:off x="10621010" y="61448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0" name="椭圆 29"/>
          <p:cNvSpPr/>
          <p:nvPr userDrawn="1">
            <p:custDataLst>
              <p:tags r:id="rId30"/>
            </p:custDataLst>
          </p:nvPr>
        </p:nvSpPr>
        <p:spPr>
          <a:xfrm>
            <a:off x="10920095" y="61391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1" name="椭圆 30"/>
          <p:cNvSpPr/>
          <p:nvPr userDrawn="1">
            <p:custDataLst>
              <p:tags r:id="rId31"/>
            </p:custDataLst>
          </p:nvPr>
        </p:nvSpPr>
        <p:spPr>
          <a:xfrm>
            <a:off x="11218545" y="61448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2" name="椭圆 31"/>
          <p:cNvSpPr/>
          <p:nvPr userDrawn="1">
            <p:custDataLst>
              <p:tags r:id="rId32"/>
            </p:custDataLst>
          </p:nvPr>
        </p:nvSpPr>
        <p:spPr>
          <a:xfrm>
            <a:off x="11517630" y="61391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3" name="椭圆 32"/>
          <p:cNvSpPr/>
          <p:nvPr userDrawn="1">
            <p:custDataLst>
              <p:tags r:id="rId33"/>
            </p:custDataLst>
          </p:nvPr>
        </p:nvSpPr>
        <p:spPr>
          <a:xfrm>
            <a:off x="11816715" y="61512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椭圆 21"/>
          <p:cNvSpPr/>
          <p:nvPr userDrawn="1">
            <p:custDataLst>
              <p:tags r:id="rId34"/>
            </p:custDataLst>
          </p:nvPr>
        </p:nvSpPr>
        <p:spPr>
          <a:xfrm>
            <a:off x="10321925" y="645033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椭圆 22"/>
          <p:cNvSpPr/>
          <p:nvPr userDrawn="1">
            <p:custDataLst>
              <p:tags r:id="rId35"/>
            </p:custDataLst>
          </p:nvPr>
        </p:nvSpPr>
        <p:spPr>
          <a:xfrm>
            <a:off x="10621010" y="64439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4" name="椭圆 23"/>
          <p:cNvSpPr/>
          <p:nvPr userDrawn="1">
            <p:custDataLst>
              <p:tags r:id="rId36"/>
            </p:custDataLst>
          </p:nvPr>
        </p:nvSpPr>
        <p:spPr>
          <a:xfrm>
            <a:off x="10920095" y="643826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椭圆 24"/>
          <p:cNvSpPr/>
          <p:nvPr userDrawn="1">
            <p:custDataLst>
              <p:tags r:id="rId37"/>
            </p:custDataLst>
          </p:nvPr>
        </p:nvSpPr>
        <p:spPr>
          <a:xfrm>
            <a:off x="11218545" y="64439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6" name="椭圆 25"/>
          <p:cNvSpPr/>
          <p:nvPr userDrawn="1">
            <p:custDataLst>
              <p:tags r:id="rId38"/>
            </p:custDataLst>
          </p:nvPr>
        </p:nvSpPr>
        <p:spPr>
          <a:xfrm>
            <a:off x="11517630" y="643826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7" name="椭圆 26"/>
          <p:cNvSpPr/>
          <p:nvPr userDrawn="1">
            <p:custDataLst>
              <p:tags r:id="rId39"/>
            </p:custDataLst>
          </p:nvPr>
        </p:nvSpPr>
        <p:spPr>
          <a:xfrm>
            <a:off x="11816715" y="645033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1"/>
            </p:custDataLst>
          </p:nvPr>
        </p:nvSpPr>
        <p:spPr>
          <a:xfrm>
            <a:off x="5259705" y="2204720"/>
            <a:ext cx="6180455" cy="2469515"/>
          </a:xfrm>
        </p:spPr>
        <p:txBody>
          <a:bodyPr wrap="square" anchor="ctr">
            <a:normAutofit/>
          </a:bodyPr>
          <a:lstStyle>
            <a:lvl1pPr algn="l">
              <a:defRPr sz="48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4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4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3" name="任意多边形: 形状 39" descr="preencoded.png"/>
          <p:cNvSpPr/>
          <p:nvPr userDrawn="1">
            <p:custDataLst>
              <p:tags r:id="rId44"/>
            </p:custDataLst>
          </p:nvPr>
        </p:nvSpPr>
        <p:spPr>
          <a:xfrm flipH="1">
            <a:off x="0" y="0"/>
            <a:ext cx="3133090" cy="4866640"/>
          </a:xfrm>
          <a:custGeom>
            <a:avLst/>
            <a:gdLst>
              <a:gd name="connsiteX0" fmla="*/ 0 w 3119566"/>
              <a:gd name="connsiteY0" fmla="*/ 0 h 4866702"/>
              <a:gd name="connsiteX1" fmla="*/ 3119566 w 3119566"/>
              <a:gd name="connsiteY1" fmla="*/ 0 h 4866702"/>
              <a:gd name="connsiteX2" fmla="*/ 3119566 w 3119566"/>
              <a:gd name="connsiteY2" fmla="*/ 4866702 h 4866702"/>
              <a:gd name="connsiteX3" fmla="*/ 2033983 w 3119566"/>
              <a:gd name="connsiteY3" fmla="*/ 4866702 h 4866702"/>
              <a:gd name="connsiteX4" fmla="*/ 0 w 3119566"/>
              <a:gd name="connsiteY4" fmla="*/ 2835342 h 4866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9566" h="4866702">
                <a:moveTo>
                  <a:pt x="0" y="0"/>
                </a:moveTo>
                <a:lnTo>
                  <a:pt x="3119566" y="0"/>
                </a:lnTo>
                <a:lnTo>
                  <a:pt x="3119566" y="4866702"/>
                </a:lnTo>
                <a:lnTo>
                  <a:pt x="2033983" y="4866702"/>
                </a:lnTo>
                <a:cubicBezTo>
                  <a:pt x="910644" y="4866702"/>
                  <a:pt x="0" y="3957237"/>
                  <a:pt x="0" y="283534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任意多边形: 形状 50"/>
          <p:cNvSpPr/>
          <p:nvPr userDrawn="1">
            <p:custDataLst>
              <p:tags r:id="rId45"/>
            </p:custDataLst>
          </p:nvPr>
        </p:nvSpPr>
        <p:spPr>
          <a:xfrm flipH="1">
            <a:off x="1058545" y="2632710"/>
            <a:ext cx="3374390" cy="4225290"/>
          </a:xfrm>
          <a:custGeom>
            <a:avLst/>
            <a:gdLst>
              <a:gd name="connsiteX0" fmla="*/ 0 w 3374136"/>
              <a:gd name="connsiteY0" fmla="*/ 0 h 4225200"/>
              <a:gd name="connsiteX1" fmla="*/ 1344581 w 3374136"/>
              <a:gd name="connsiteY1" fmla="*/ 0 h 4225200"/>
              <a:gd name="connsiteX2" fmla="*/ 3374136 w 3374136"/>
              <a:gd name="connsiteY2" fmla="*/ 2033228 h 4225200"/>
              <a:gd name="connsiteX3" fmla="*/ 3374136 w 3374136"/>
              <a:gd name="connsiteY3" fmla="*/ 4225200 h 4225200"/>
              <a:gd name="connsiteX4" fmla="*/ 0 w 3374136"/>
              <a:gd name="connsiteY4" fmla="*/ 4225200 h 4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4136" h="4225200">
                <a:moveTo>
                  <a:pt x="0" y="0"/>
                </a:moveTo>
                <a:lnTo>
                  <a:pt x="1344581" y="0"/>
                </a:lnTo>
                <a:cubicBezTo>
                  <a:pt x="2465479" y="0"/>
                  <a:pt x="3374136" y="910307"/>
                  <a:pt x="3374136" y="2033228"/>
                </a:cubicBezTo>
                <a:lnTo>
                  <a:pt x="3374136" y="4225200"/>
                </a:lnTo>
                <a:lnTo>
                  <a:pt x="0" y="4225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3000">
                <a:schemeClr val="bg1">
                  <a:alpha val="0"/>
                </a:schemeClr>
              </a:gs>
            </a:gsLst>
            <a:lin ang="10200000" scaled="0"/>
          </a:gradFill>
          <a:ln w="12637" cap="flat">
            <a:gradFill>
              <a:gsLst>
                <a:gs pos="0">
                  <a:schemeClr val="bg1">
                    <a:alpha val="83000"/>
                  </a:schemeClr>
                </a:gs>
                <a:gs pos="58000">
                  <a:schemeClr val="bg1">
                    <a:alpha val="22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Intersect-2186&amp;721" descr="preencoded.png"/>
          <p:cNvSpPr/>
          <p:nvPr userDrawn="1">
            <p:custDataLst>
              <p:tags r:id="rId46"/>
            </p:custDataLst>
          </p:nvPr>
        </p:nvSpPr>
        <p:spPr>
          <a:xfrm flipH="1">
            <a:off x="937260" y="2550795"/>
            <a:ext cx="2342515" cy="2450465"/>
          </a:xfrm>
          <a:custGeom>
            <a:avLst/>
            <a:gdLst>
              <a:gd name="connsiteX0" fmla="*/ 2342371 w 2342371"/>
              <a:gd name="connsiteY0" fmla="*/ 2450197 h 2450196"/>
              <a:gd name="connsiteX1" fmla="*/ 0 w 2342371"/>
              <a:gd name="connsiteY1" fmla="*/ 0 h 2450196"/>
              <a:gd name="connsiteX2" fmla="*/ 2342371 w 2342371"/>
              <a:gd name="connsiteY2" fmla="*/ 2450197 h 245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2371" h="2450196">
                <a:moveTo>
                  <a:pt x="2342371" y="2450197"/>
                </a:moveTo>
                <a:cubicBezTo>
                  <a:pt x="1051600" y="2367809"/>
                  <a:pt x="26634" y="1306616"/>
                  <a:pt x="0" y="0"/>
                </a:cubicBezTo>
                <a:cubicBezTo>
                  <a:pt x="1290770" y="82394"/>
                  <a:pt x="2315727" y="1143573"/>
                  <a:pt x="2342371" y="245019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w="15641" cap="flat">
            <a:noFill/>
            <a:prstDash val="solid"/>
            <a:miter/>
          </a:ln>
          <a:effectLst>
            <a:softEdge rad="177800"/>
          </a:effectLst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Rectangle 41650-2186&amp;685" descr="preencoded.png"/>
          <p:cNvSpPr/>
          <p:nvPr userDrawn="1">
            <p:custDataLst>
              <p:tags r:id="rId47"/>
            </p:custDataLst>
          </p:nvPr>
        </p:nvSpPr>
        <p:spPr>
          <a:xfrm>
            <a:off x="3962527" y="2980944"/>
            <a:ext cx="969264" cy="969264"/>
          </a:xfrm>
          <a:custGeom>
            <a:avLst/>
            <a:gdLst>
              <a:gd name="connsiteX0" fmla="*/ 0 w 969264"/>
              <a:gd name="connsiteY0" fmla="*/ 484632 h 969264"/>
              <a:gd name="connsiteX1" fmla="*/ 484632 w 969264"/>
              <a:gd name="connsiteY1" fmla="*/ 0 h 969264"/>
              <a:gd name="connsiteX2" fmla="*/ 484632 w 969264"/>
              <a:gd name="connsiteY2" fmla="*/ 0 h 969264"/>
              <a:gd name="connsiteX3" fmla="*/ 969264 w 969264"/>
              <a:gd name="connsiteY3" fmla="*/ 484632 h 969264"/>
              <a:gd name="connsiteX4" fmla="*/ 969264 w 969264"/>
              <a:gd name="connsiteY4" fmla="*/ 484632 h 969264"/>
              <a:gd name="connsiteX5" fmla="*/ 484632 w 969264"/>
              <a:gd name="connsiteY5" fmla="*/ 969264 h 969264"/>
              <a:gd name="connsiteX6" fmla="*/ 484632 w 969264"/>
              <a:gd name="connsiteY6" fmla="*/ 969264 h 969264"/>
              <a:gd name="connsiteX7" fmla="*/ 0 w 969264"/>
              <a:gd name="connsiteY7" fmla="*/ 484632 h 96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9264" h="969264">
                <a:moveTo>
                  <a:pt x="0" y="484632"/>
                </a:moveTo>
                <a:cubicBezTo>
                  <a:pt x="0" y="216977"/>
                  <a:pt x="216977" y="0"/>
                  <a:pt x="484632" y="0"/>
                </a:cubicBezTo>
                <a:lnTo>
                  <a:pt x="484632" y="0"/>
                </a:lnTo>
                <a:cubicBezTo>
                  <a:pt x="752287" y="0"/>
                  <a:pt x="969264" y="216977"/>
                  <a:pt x="969264" y="484632"/>
                </a:cubicBezTo>
                <a:lnTo>
                  <a:pt x="969264" y="484632"/>
                </a:lnTo>
                <a:cubicBezTo>
                  <a:pt x="969264" y="752287"/>
                  <a:pt x="752287" y="969264"/>
                  <a:pt x="484632" y="969264"/>
                </a:cubicBezTo>
                <a:lnTo>
                  <a:pt x="484632" y="969264"/>
                </a:lnTo>
                <a:cubicBezTo>
                  <a:pt x="216977" y="969264"/>
                  <a:pt x="0" y="752287"/>
                  <a:pt x="0" y="484632"/>
                </a:cubicBezTo>
                <a:close/>
              </a:path>
            </a:pathLst>
          </a:custGeom>
          <a:solidFill>
            <a:schemeClr val="accent2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节编号 3"/>
          <p:cNvSpPr>
            <a:spLocks noGrp="1"/>
          </p:cNvSpPr>
          <p:nvPr>
            <p:ph type="body" sz="quarter" idx="13" hasCustomPrompt="1"/>
            <p:custDataLst>
              <p:tags r:id="rId48"/>
            </p:custDataLst>
          </p:nvPr>
        </p:nvSpPr>
        <p:spPr>
          <a:xfrm>
            <a:off x="3977041" y="2190379"/>
            <a:ext cx="931418" cy="2469772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4000" b="1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bg1"/>
              </a:gs>
              <a:gs pos="97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3837813" cy="3837813"/>
          </a:xfrm>
          <a:custGeom>
            <a:avLst/>
            <a:gdLst>
              <a:gd name="connsiteX0" fmla="*/ 1335235 w 3837813"/>
              <a:gd name="connsiteY0" fmla="*/ 0 h 3837813"/>
              <a:gd name="connsiteX1" fmla="*/ 3837813 w 3837813"/>
              <a:gd name="connsiteY1" fmla="*/ 0 h 3837813"/>
              <a:gd name="connsiteX2" fmla="*/ 0 w 3837813"/>
              <a:gd name="connsiteY2" fmla="*/ 3837813 h 3837813"/>
              <a:gd name="connsiteX3" fmla="*/ 0 w 3837813"/>
              <a:gd name="connsiteY3" fmla="*/ 1335235 h 3837813"/>
              <a:gd name="connsiteX4" fmla="*/ 1335235 w 3837813"/>
              <a:gd name="connsiteY4" fmla="*/ 0 h 383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7813" h="3837813">
                <a:moveTo>
                  <a:pt x="1335235" y="0"/>
                </a:moveTo>
                <a:lnTo>
                  <a:pt x="3837813" y="0"/>
                </a:lnTo>
                <a:lnTo>
                  <a:pt x="0" y="3837813"/>
                </a:lnTo>
                <a:lnTo>
                  <a:pt x="0" y="1335235"/>
                </a:lnTo>
                <a:lnTo>
                  <a:pt x="1335235" y="0"/>
                </a:lnTo>
                <a:close/>
              </a:path>
            </a:pathLst>
          </a:custGeom>
          <a:gradFill flip="none" rotWithShape="1">
            <a:gsLst>
              <a:gs pos="36000">
                <a:schemeClr val="bg2">
                  <a:alpha val="0"/>
                </a:schemeClr>
              </a:gs>
              <a:gs pos="85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463654" cy="2463652"/>
          </a:xfrm>
          <a:custGeom>
            <a:avLst/>
            <a:gdLst>
              <a:gd name="connsiteX0" fmla="*/ 1 w 2463654"/>
              <a:gd name="connsiteY0" fmla="*/ 0 h 2463652"/>
              <a:gd name="connsiteX1" fmla="*/ 2463654 w 2463654"/>
              <a:gd name="connsiteY1" fmla="*/ 0 h 2463652"/>
              <a:gd name="connsiteX2" fmla="*/ 0 w 2463654"/>
              <a:gd name="connsiteY2" fmla="*/ 2463652 h 2463652"/>
              <a:gd name="connsiteX3" fmla="*/ 1 w 2463654"/>
              <a:gd name="connsiteY3" fmla="*/ 0 h 246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3654" h="2463652">
                <a:moveTo>
                  <a:pt x="1" y="0"/>
                </a:moveTo>
                <a:lnTo>
                  <a:pt x="2463654" y="0"/>
                </a:lnTo>
                <a:lnTo>
                  <a:pt x="0" y="2463652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  <a:gs pos="57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 flipH="1" flipV="1">
            <a:off x="8354186" y="3020187"/>
            <a:ext cx="3837813" cy="3837813"/>
          </a:xfrm>
          <a:custGeom>
            <a:avLst/>
            <a:gdLst>
              <a:gd name="connsiteX0" fmla="*/ 1335235 w 3837813"/>
              <a:gd name="connsiteY0" fmla="*/ 0 h 3837813"/>
              <a:gd name="connsiteX1" fmla="*/ 3837813 w 3837813"/>
              <a:gd name="connsiteY1" fmla="*/ 0 h 3837813"/>
              <a:gd name="connsiteX2" fmla="*/ 0 w 3837813"/>
              <a:gd name="connsiteY2" fmla="*/ 3837813 h 3837813"/>
              <a:gd name="connsiteX3" fmla="*/ 0 w 3837813"/>
              <a:gd name="connsiteY3" fmla="*/ 1335235 h 3837813"/>
              <a:gd name="connsiteX4" fmla="*/ 1335235 w 3837813"/>
              <a:gd name="connsiteY4" fmla="*/ 0 h 383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7813" h="3837813">
                <a:moveTo>
                  <a:pt x="1335235" y="0"/>
                </a:moveTo>
                <a:lnTo>
                  <a:pt x="3837813" y="0"/>
                </a:lnTo>
                <a:lnTo>
                  <a:pt x="0" y="3837813"/>
                </a:lnTo>
                <a:lnTo>
                  <a:pt x="0" y="1335235"/>
                </a:lnTo>
                <a:lnTo>
                  <a:pt x="1335235" y="0"/>
                </a:lnTo>
                <a:close/>
              </a:path>
            </a:pathLst>
          </a:custGeom>
          <a:gradFill flip="none" rotWithShape="1">
            <a:gsLst>
              <a:gs pos="36000">
                <a:schemeClr val="bg2">
                  <a:alpha val="0"/>
                </a:schemeClr>
              </a:gs>
              <a:gs pos="85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 flipH="1" flipV="1">
            <a:off x="9728346" y="4394348"/>
            <a:ext cx="2463654" cy="2463652"/>
          </a:xfrm>
          <a:custGeom>
            <a:avLst/>
            <a:gdLst>
              <a:gd name="connsiteX0" fmla="*/ 1 w 2463654"/>
              <a:gd name="connsiteY0" fmla="*/ 0 h 2463652"/>
              <a:gd name="connsiteX1" fmla="*/ 2463654 w 2463654"/>
              <a:gd name="connsiteY1" fmla="*/ 0 h 2463652"/>
              <a:gd name="connsiteX2" fmla="*/ 0 w 2463654"/>
              <a:gd name="connsiteY2" fmla="*/ 2463652 h 2463652"/>
              <a:gd name="connsiteX3" fmla="*/ 1 w 2463654"/>
              <a:gd name="connsiteY3" fmla="*/ 0 h 246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3654" h="2463652">
                <a:moveTo>
                  <a:pt x="1" y="0"/>
                </a:moveTo>
                <a:lnTo>
                  <a:pt x="2463654" y="0"/>
                </a:lnTo>
                <a:lnTo>
                  <a:pt x="0" y="2463652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  <a:gs pos="57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 flipH="1">
            <a:off x="10121793" y="5725579"/>
            <a:ext cx="1141782" cy="345103"/>
          </a:xfrm>
          <a:custGeom>
            <a:avLst/>
            <a:gdLst>
              <a:gd name="connsiteX0" fmla="*/ 1406750 w 1443036"/>
              <a:gd name="connsiteY0" fmla="*/ 363586 h 436158"/>
              <a:gd name="connsiteX1" fmla="*/ 1443036 w 1443036"/>
              <a:gd name="connsiteY1" fmla="*/ 399872 h 436158"/>
              <a:gd name="connsiteX2" fmla="*/ 1406750 w 1443036"/>
              <a:gd name="connsiteY2" fmla="*/ 436158 h 436158"/>
              <a:gd name="connsiteX3" fmla="*/ 1370464 w 1443036"/>
              <a:gd name="connsiteY3" fmla="*/ 399872 h 436158"/>
              <a:gd name="connsiteX4" fmla="*/ 1406750 w 1443036"/>
              <a:gd name="connsiteY4" fmla="*/ 363586 h 436158"/>
              <a:gd name="connsiteX5" fmla="*/ 1178341 w 1443036"/>
              <a:gd name="connsiteY5" fmla="*/ 363586 h 436158"/>
              <a:gd name="connsiteX6" fmla="*/ 1214627 w 1443036"/>
              <a:gd name="connsiteY6" fmla="*/ 399872 h 436158"/>
              <a:gd name="connsiteX7" fmla="*/ 1178341 w 1443036"/>
              <a:gd name="connsiteY7" fmla="*/ 436158 h 436158"/>
              <a:gd name="connsiteX8" fmla="*/ 1142055 w 1443036"/>
              <a:gd name="connsiteY8" fmla="*/ 399872 h 436158"/>
              <a:gd name="connsiteX9" fmla="*/ 1178341 w 1443036"/>
              <a:gd name="connsiteY9" fmla="*/ 363586 h 436158"/>
              <a:gd name="connsiteX10" fmla="*/ 949930 w 1443036"/>
              <a:gd name="connsiteY10" fmla="*/ 363586 h 436158"/>
              <a:gd name="connsiteX11" fmla="*/ 986216 w 1443036"/>
              <a:gd name="connsiteY11" fmla="*/ 399872 h 436158"/>
              <a:gd name="connsiteX12" fmla="*/ 949930 w 1443036"/>
              <a:gd name="connsiteY12" fmla="*/ 436158 h 436158"/>
              <a:gd name="connsiteX13" fmla="*/ 913644 w 1443036"/>
              <a:gd name="connsiteY13" fmla="*/ 399872 h 436158"/>
              <a:gd name="connsiteX14" fmla="*/ 949930 w 1443036"/>
              <a:gd name="connsiteY14" fmla="*/ 363586 h 436158"/>
              <a:gd name="connsiteX15" fmla="*/ 721519 w 1443036"/>
              <a:gd name="connsiteY15" fmla="*/ 363586 h 436158"/>
              <a:gd name="connsiteX16" fmla="*/ 757805 w 1443036"/>
              <a:gd name="connsiteY16" fmla="*/ 399872 h 436158"/>
              <a:gd name="connsiteX17" fmla="*/ 721519 w 1443036"/>
              <a:gd name="connsiteY17" fmla="*/ 436158 h 436158"/>
              <a:gd name="connsiteX18" fmla="*/ 685233 w 1443036"/>
              <a:gd name="connsiteY18" fmla="*/ 399872 h 436158"/>
              <a:gd name="connsiteX19" fmla="*/ 721519 w 1443036"/>
              <a:gd name="connsiteY19" fmla="*/ 363586 h 436158"/>
              <a:gd name="connsiteX20" fmla="*/ 493108 w 1443036"/>
              <a:gd name="connsiteY20" fmla="*/ 363586 h 436158"/>
              <a:gd name="connsiteX21" fmla="*/ 529394 w 1443036"/>
              <a:gd name="connsiteY21" fmla="*/ 399872 h 436158"/>
              <a:gd name="connsiteX22" fmla="*/ 493108 w 1443036"/>
              <a:gd name="connsiteY22" fmla="*/ 436158 h 436158"/>
              <a:gd name="connsiteX23" fmla="*/ 456822 w 1443036"/>
              <a:gd name="connsiteY23" fmla="*/ 399872 h 436158"/>
              <a:gd name="connsiteX24" fmla="*/ 493108 w 1443036"/>
              <a:gd name="connsiteY24" fmla="*/ 363586 h 436158"/>
              <a:gd name="connsiteX25" fmla="*/ 264697 w 1443036"/>
              <a:gd name="connsiteY25" fmla="*/ 363586 h 436158"/>
              <a:gd name="connsiteX26" fmla="*/ 300983 w 1443036"/>
              <a:gd name="connsiteY26" fmla="*/ 399872 h 436158"/>
              <a:gd name="connsiteX27" fmla="*/ 264697 w 1443036"/>
              <a:gd name="connsiteY27" fmla="*/ 436158 h 436158"/>
              <a:gd name="connsiteX28" fmla="*/ 228411 w 1443036"/>
              <a:gd name="connsiteY28" fmla="*/ 399872 h 436158"/>
              <a:gd name="connsiteX29" fmla="*/ 264697 w 1443036"/>
              <a:gd name="connsiteY29" fmla="*/ 363586 h 436158"/>
              <a:gd name="connsiteX30" fmla="*/ 36286 w 1443036"/>
              <a:gd name="connsiteY30" fmla="*/ 363586 h 436158"/>
              <a:gd name="connsiteX31" fmla="*/ 72572 w 1443036"/>
              <a:gd name="connsiteY31" fmla="*/ 399872 h 436158"/>
              <a:gd name="connsiteX32" fmla="*/ 36286 w 1443036"/>
              <a:gd name="connsiteY32" fmla="*/ 436158 h 436158"/>
              <a:gd name="connsiteX33" fmla="*/ 0 w 1443036"/>
              <a:gd name="connsiteY33" fmla="*/ 399872 h 436158"/>
              <a:gd name="connsiteX34" fmla="*/ 36286 w 1443036"/>
              <a:gd name="connsiteY34" fmla="*/ 363586 h 436158"/>
              <a:gd name="connsiteX35" fmla="*/ 1406750 w 1443036"/>
              <a:gd name="connsiteY35" fmla="*/ 181793 h 436158"/>
              <a:gd name="connsiteX36" fmla="*/ 1443036 w 1443036"/>
              <a:gd name="connsiteY36" fmla="*/ 218079 h 436158"/>
              <a:gd name="connsiteX37" fmla="*/ 1406750 w 1443036"/>
              <a:gd name="connsiteY37" fmla="*/ 254365 h 436158"/>
              <a:gd name="connsiteX38" fmla="*/ 1370464 w 1443036"/>
              <a:gd name="connsiteY38" fmla="*/ 218079 h 436158"/>
              <a:gd name="connsiteX39" fmla="*/ 1406750 w 1443036"/>
              <a:gd name="connsiteY39" fmla="*/ 181793 h 436158"/>
              <a:gd name="connsiteX40" fmla="*/ 1178341 w 1443036"/>
              <a:gd name="connsiteY40" fmla="*/ 181793 h 436158"/>
              <a:gd name="connsiteX41" fmla="*/ 1214627 w 1443036"/>
              <a:gd name="connsiteY41" fmla="*/ 218079 h 436158"/>
              <a:gd name="connsiteX42" fmla="*/ 1178341 w 1443036"/>
              <a:gd name="connsiteY42" fmla="*/ 254365 h 436158"/>
              <a:gd name="connsiteX43" fmla="*/ 1142055 w 1443036"/>
              <a:gd name="connsiteY43" fmla="*/ 218079 h 436158"/>
              <a:gd name="connsiteX44" fmla="*/ 1178341 w 1443036"/>
              <a:gd name="connsiteY44" fmla="*/ 181793 h 436158"/>
              <a:gd name="connsiteX45" fmla="*/ 949930 w 1443036"/>
              <a:gd name="connsiteY45" fmla="*/ 181793 h 436158"/>
              <a:gd name="connsiteX46" fmla="*/ 986216 w 1443036"/>
              <a:gd name="connsiteY46" fmla="*/ 218079 h 436158"/>
              <a:gd name="connsiteX47" fmla="*/ 949930 w 1443036"/>
              <a:gd name="connsiteY47" fmla="*/ 254365 h 436158"/>
              <a:gd name="connsiteX48" fmla="*/ 913644 w 1443036"/>
              <a:gd name="connsiteY48" fmla="*/ 218079 h 436158"/>
              <a:gd name="connsiteX49" fmla="*/ 949930 w 1443036"/>
              <a:gd name="connsiteY49" fmla="*/ 181793 h 436158"/>
              <a:gd name="connsiteX50" fmla="*/ 721519 w 1443036"/>
              <a:gd name="connsiteY50" fmla="*/ 181793 h 436158"/>
              <a:gd name="connsiteX51" fmla="*/ 757805 w 1443036"/>
              <a:gd name="connsiteY51" fmla="*/ 218079 h 436158"/>
              <a:gd name="connsiteX52" fmla="*/ 721519 w 1443036"/>
              <a:gd name="connsiteY52" fmla="*/ 254365 h 436158"/>
              <a:gd name="connsiteX53" fmla="*/ 685233 w 1443036"/>
              <a:gd name="connsiteY53" fmla="*/ 218079 h 436158"/>
              <a:gd name="connsiteX54" fmla="*/ 721519 w 1443036"/>
              <a:gd name="connsiteY54" fmla="*/ 181793 h 436158"/>
              <a:gd name="connsiteX55" fmla="*/ 493108 w 1443036"/>
              <a:gd name="connsiteY55" fmla="*/ 181793 h 436158"/>
              <a:gd name="connsiteX56" fmla="*/ 529394 w 1443036"/>
              <a:gd name="connsiteY56" fmla="*/ 218079 h 436158"/>
              <a:gd name="connsiteX57" fmla="*/ 493108 w 1443036"/>
              <a:gd name="connsiteY57" fmla="*/ 254365 h 436158"/>
              <a:gd name="connsiteX58" fmla="*/ 456822 w 1443036"/>
              <a:gd name="connsiteY58" fmla="*/ 218079 h 436158"/>
              <a:gd name="connsiteX59" fmla="*/ 493108 w 1443036"/>
              <a:gd name="connsiteY59" fmla="*/ 181793 h 436158"/>
              <a:gd name="connsiteX60" fmla="*/ 264697 w 1443036"/>
              <a:gd name="connsiteY60" fmla="*/ 181793 h 436158"/>
              <a:gd name="connsiteX61" fmla="*/ 300983 w 1443036"/>
              <a:gd name="connsiteY61" fmla="*/ 218079 h 436158"/>
              <a:gd name="connsiteX62" fmla="*/ 264697 w 1443036"/>
              <a:gd name="connsiteY62" fmla="*/ 254365 h 436158"/>
              <a:gd name="connsiteX63" fmla="*/ 228411 w 1443036"/>
              <a:gd name="connsiteY63" fmla="*/ 218079 h 436158"/>
              <a:gd name="connsiteX64" fmla="*/ 264697 w 1443036"/>
              <a:gd name="connsiteY64" fmla="*/ 181793 h 436158"/>
              <a:gd name="connsiteX65" fmla="*/ 36286 w 1443036"/>
              <a:gd name="connsiteY65" fmla="*/ 181793 h 436158"/>
              <a:gd name="connsiteX66" fmla="*/ 72572 w 1443036"/>
              <a:gd name="connsiteY66" fmla="*/ 218079 h 436158"/>
              <a:gd name="connsiteX67" fmla="*/ 36286 w 1443036"/>
              <a:gd name="connsiteY67" fmla="*/ 254365 h 436158"/>
              <a:gd name="connsiteX68" fmla="*/ 0 w 1443036"/>
              <a:gd name="connsiteY68" fmla="*/ 218079 h 436158"/>
              <a:gd name="connsiteX69" fmla="*/ 36286 w 1443036"/>
              <a:gd name="connsiteY69" fmla="*/ 181793 h 436158"/>
              <a:gd name="connsiteX70" fmla="*/ 1406750 w 1443036"/>
              <a:gd name="connsiteY70" fmla="*/ 0 h 436158"/>
              <a:gd name="connsiteX71" fmla="*/ 1443036 w 1443036"/>
              <a:gd name="connsiteY71" fmla="*/ 36286 h 436158"/>
              <a:gd name="connsiteX72" fmla="*/ 1406750 w 1443036"/>
              <a:gd name="connsiteY72" fmla="*/ 72572 h 436158"/>
              <a:gd name="connsiteX73" fmla="*/ 1370464 w 1443036"/>
              <a:gd name="connsiteY73" fmla="*/ 36286 h 436158"/>
              <a:gd name="connsiteX74" fmla="*/ 1406750 w 1443036"/>
              <a:gd name="connsiteY74" fmla="*/ 0 h 436158"/>
              <a:gd name="connsiteX75" fmla="*/ 1178341 w 1443036"/>
              <a:gd name="connsiteY75" fmla="*/ 0 h 436158"/>
              <a:gd name="connsiteX76" fmla="*/ 1214627 w 1443036"/>
              <a:gd name="connsiteY76" fmla="*/ 36286 h 436158"/>
              <a:gd name="connsiteX77" fmla="*/ 1178341 w 1443036"/>
              <a:gd name="connsiteY77" fmla="*/ 72572 h 436158"/>
              <a:gd name="connsiteX78" fmla="*/ 1142055 w 1443036"/>
              <a:gd name="connsiteY78" fmla="*/ 36286 h 436158"/>
              <a:gd name="connsiteX79" fmla="*/ 1178341 w 1443036"/>
              <a:gd name="connsiteY79" fmla="*/ 0 h 436158"/>
              <a:gd name="connsiteX80" fmla="*/ 949930 w 1443036"/>
              <a:gd name="connsiteY80" fmla="*/ 0 h 436158"/>
              <a:gd name="connsiteX81" fmla="*/ 986216 w 1443036"/>
              <a:gd name="connsiteY81" fmla="*/ 36286 h 436158"/>
              <a:gd name="connsiteX82" fmla="*/ 949930 w 1443036"/>
              <a:gd name="connsiteY82" fmla="*/ 72572 h 436158"/>
              <a:gd name="connsiteX83" fmla="*/ 913644 w 1443036"/>
              <a:gd name="connsiteY83" fmla="*/ 36286 h 436158"/>
              <a:gd name="connsiteX84" fmla="*/ 949930 w 1443036"/>
              <a:gd name="connsiteY84" fmla="*/ 0 h 436158"/>
              <a:gd name="connsiteX85" fmla="*/ 721519 w 1443036"/>
              <a:gd name="connsiteY85" fmla="*/ 0 h 436158"/>
              <a:gd name="connsiteX86" fmla="*/ 757805 w 1443036"/>
              <a:gd name="connsiteY86" fmla="*/ 36286 h 436158"/>
              <a:gd name="connsiteX87" fmla="*/ 721519 w 1443036"/>
              <a:gd name="connsiteY87" fmla="*/ 72572 h 436158"/>
              <a:gd name="connsiteX88" fmla="*/ 685233 w 1443036"/>
              <a:gd name="connsiteY88" fmla="*/ 36286 h 436158"/>
              <a:gd name="connsiteX89" fmla="*/ 721519 w 1443036"/>
              <a:gd name="connsiteY89" fmla="*/ 0 h 436158"/>
              <a:gd name="connsiteX90" fmla="*/ 493108 w 1443036"/>
              <a:gd name="connsiteY90" fmla="*/ 0 h 436158"/>
              <a:gd name="connsiteX91" fmla="*/ 529394 w 1443036"/>
              <a:gd name="connsiteY91" fmla="*/ 36286 h 436158"/>
              <a:gd name="connsiteX92" fmla="*/ 493108 w 1443036"/>
              <a:gd name="connsiteY92" fmla="*/ 72572 h 436158"/>
              <a:gd name="connsiteX93" fmla="*/ 456822 w 1443036"/>
              <a:gd name="connsiteY93" fmla="*/ 36286 h 436158"/>
              <a:gd name="connsiteX94" fmla="*/ 493108 w 1443036"/>
              <a:gd name="connsiteY94" fmla="*/ 0 h 436158"/>
              <a:gd name="connsiteX95" fmla="*/ 264697 w 1443036"/>
              <a:gd name="connsiteY95" fmla="*/ 0 h 436158"/>
              <a:gd name="connsiteX96" fmla="*/ 300983 w 1443036"/>
              <a:gd name="connsiteY96" fmla="*/ 36286 h 436158"/>
              <a:gd name="connsiteX97" fmla="*/ 264697 w 1443036"/>
              <a:gd name="connsiteY97" fmla="*/ 72572 h 436158"/>
              <a:gd name="connsiteX98" fmla="*/ 228411 w 1443036"/>
              <a:gd name="connsiteY98" fmla="*/ 36286 h 436158"/>
              <a:gd name="connsiteX99" fmla="*/ 264697 w 1443036"/>
              <a:gd name="connsiteY99" fmla="*/ 0 h 436158"/>
              <a:gd name="connsiteX100" fmla="*/ 36286 w 1443036"/>
              <a:gd name="connsiteY100" fmla="*/ 0 h 436158"/>
              <a:gd name="connsiteX101" fmla="*/ 72572 w 1443036"/>
              <a:gd name="connsiteY101" fmla="*/ 36286 h 436158"/>
              <a:gd name="connsiteX102" fmla="*/ 36286 w 1443036"/>
              <a:gd name="connsiteY102" fmla="*/ 72572 h 436158"/>
              <a:gd name="connsiteX103" fmla="*/ 0 w 1443036"/>
              <a:gd name="connsiteY103" fmla="*/ 36286 h 436158"/>
              <a:gd name="connsiteX104" fmla="*/ 36286 w 1443036"/>
              <a:gd name="connsiteY104" fmla="*/ 0 h 43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443036" h="436158">
                <a:moveTo>
                  <a:pt x="1406750" y="363586"/>
                </a:moveTo>
                <a:cubicBezTo>
                  <a:pt x="1426790" y="363586"/>
                  <a:pt x="1443036" y="379832"/>
                  <a:pt x="1443036" y="399872"/>
                </a:cubicBezTo>
                <a:cubicBezTo>
                  <a:pt x="1443036" y="419912"/>
                  <a:pt x="1426790" y="436158"/>
                  <a:pt x="1406750" y="436158"/>
                </a:cubicBezTo>
                <a:cubicBezTo>
                  <a:pt x="1386710" y="436158"/>
                  <a:pt x="1370464" y="419912"/>
                  <a:pt x="1370464" y="399872"/>
                </a:cubicBezTo>
                <a:cubicBezTo>
                  <a:pt x="1370464" y="379832"/>
                  <a:pt x="1386710" y="363586"/>
                  <a:pt x="1406750" y="363586"/>
                </a:cubicBezTo>
                <a:close/>
                <a:moveTo>
                  <a:pt x="1178341" y="363586"/>
                </a:moveTo>
                <a:cubicBezTo>
                  <a:pt x="1198381" y="363586"/>
                  <a:pt x="1214627" y="379832"/>
                  <a:pt x="1214627" y="399872"/>
                </a:cubicBezTo>
                <a:cubicBezTo>
                  <a:pt x="1214627" y="419912"/>
                  <a:pt x="1198381" y="436158"/>
                  <a:pt x="1178341" y="436158"/>
                </a:cubicBezTo>
                <a:cubicBezTo>
                  <a:pt x="1158301" y="436158"/>
                  <a:pt x="1142055" y="419912"/>
                  <a:pt x="1142055" y="399872"/>
                </a:cubicBezTo>
                <a:cubicBezTo>
                  <a:pt x="1142055" y="379832"/>
                  <a:pt x="1158301" y="363586"/>
                  <a:pt x="1178341" y="363586"/>
                </a:cubicBezTo>
                <a:close/>
                <a:moveTo>
                  <a:pt x="949930" y="363586"/>
                </a:moveTo>
                <a:cubicBezTo>
                  <a:pt x="969970" y="363586"/>
                  <a:pt x="986216" y="379832"/>
                  <a:pt x="986216" y="399872"/>
                </a:cubicBezTo>
                <a:cubicBezTo>
                  <a:pt x="986216" y="419912"/>
                  <a:pt x="969970" y="436158"/>
                  <a:pt x="949930" y="436158"/>
                </a:cubicBezTo>
                <a:cubicBezTo>
                  <a:pt x="929890" y="436158"/>
                  <a:pt x="913644" y="419912"/>
                  <a:pt x="913644" y="399872"/>
                </a:cubicBezTo>
                <a:cubicBezTo>
                  <a:pt x="913644" y="379832"/>
                  <a:pt x="929890" y="363586"/>
                  <a:pt x="949930" y="363586"/>
                </a:cubicBezTo>
                <a:close/>
                <a:moveTo>
                  <a:pt x="721519" y="363586"/>
                </a:moveTo>
                <a:cubicBezTo>
                  <a:pt x="741559" y="363586"/>
                  <a:pt x="757805" y="379832"/>
                  <a:pt x="757805" y="399872"/>
                </a:cubicBezTo>
                <a:cubicBezTo>
                  <a:pt x="757805" y="419912"/>
                  <a:pt x="741559" y="436158"/>
                  <a:pt x="721519" y="436158"/>
                </a:cubicBezTo>
                <a:cubicBezTo>
                  <a:pt x="701479" y="436158"/>
                  <a:pt x="685233" y="419912"/>
                  <a:pt x="685233" y="399872"/>
                </a:cubicBezTo>
                <a:cubicBezTo>
                  <a:pt x="685233" y="379832"/>
                  <a:pt x="701479" y="363586"/>
                  <a:pt x="721519" y="363586"/>
                </a:cubicBezTo>
                <a:close/>
                <a:moveTo>
                  <a:pt x="493108" y="363586"/>
                </a:moveTo>
                <a:cubicBezTo>
                  <a:pt x="513148" y="363586"/>
                  <a:pt x="529394" y="379832"/>
                  <a:pt x="529394" y="399872"/>
                </a:cubicBezTo>
                <a:cubicBezTo>
                  <a:pt x="529394" y="419912"/>
                  <a:pt x="513148" y="436158"/>
                  <a:pt x="493108" y="436158"/>
                </a:cubicBezTo>
                <a:cubicBezTo>
                  <a:pt x="473068" y="436158"/>
                  <a:pt x="456822" y="419912"/>
                  <a:pt x="456822" y="399872"/>
                </a:cubicBezTo>
                <a:cubicBezTo>
                  <a:pt x="456822" y="379832"/>
                  <a:pt x="473068" y="363586"/>
                  <a:pt x="493108" y="363586"/>
                </a:cubicBezTo>
                <a:close/>
                <a:moveTo>
                  <a:pt x="264697" y="363586"/>
                </a:moveTo>
                <a:cubicBezTo>
                  <a:pt x="284737" y="363586"/>
                  <a:pt x="300983" y="379832"/>
                  <a:pt x="300983" y="399872"/>
                </a:cubicBezTo>
                <a:cubicBezTo>
                  <a:pt x="300983" y="419912"/>
                  <a:pt x="284737" y="436158"/>
                  <a:pt x="264697" y="436158"/>
                </a:cubicBezTo>
                <a:cubicBezTo>
                  <a:pt x="244657" y="436158"/>
                  <a:pt x="228411" y="419912"/>
                  <a:pt x="228411" y="399872"/>
                </a:cubicBezTo>
                <a:cubicBezTo>
                  <a:pt x="228411" y="379832"/>
                  <a:pt x="244657" y="363586"/>
                  <a:pt x="264697" y="363586"/>
                </a:cubicBezTo>
                <a:close/>
                <a:moveTo>
                  <a:pt x="36286" y="363586"/>
                </a:moveTo>
                <a:cubicBezTo>
                  <a:pt x="56326" y="363586"/>
                  <a:pt x="72572" y="379832"/>
                  <a:pt x="72572" y="399872"/>
                </a:cubicBezTo>
                <a:cubicBezTo>
                  <a:pt x="72572" y="419912"/>
                  <a:pt x="56326" y="436158"/>
                  <a:pt x="36286" y="436158"/>
                </a:cubicBezTo>
                <a:cubicBezTo>
                  <a:pt x="16246" y="436158"/>
                  <a:pt x="0" y="419912"/>
                  <a:pt x="0" y="399872"/>
                </a:cubicBezTo>
                <a:cubicBezTo>
                  <a:pt x="0" y="379832"/>
                  <a:pt x="16246" y="363586"/>
                  <a:pt x="36286" y="363586"/>
                </a:cubicBezTo>
                <a:close/>
                <a:moveTo>
                  <a:pt x="1406750" y="181793"/>
                </a:moveTo>
                <a:cubicBezTo>
                  <a:pt x="1426790" y="181793"/>
                  <a:pt x="1443036" y="198039"/>
                  <a:pt x="1443036" y="218079"/>
                </a:cubicBezTo>
                <a:cubicBezTo>
                  <a:pt x="1443036" y="238119"/>
                  <a:pt x="1426790" y="254365"/>
                  <a:pt x="1406750" y="254365"/>
                </a:cubicBezTo>
                <a:cubicBezTo>
                  <a:pt x="1386710" y="254365"/>
                  <a:pt x="1370464" y="238119"/>
                  <a:pt x="1370464" y="218079"/>
                </a:cubicBezTo>
                <a:cubicBezTo>
                  <a:pt x="1370464" y="198039"/>
                  <a:pt x="1386710" y="181793"/>
                  <a:pt x="1406750" y="181793"/>
                </a:cubicBezTo>
                <a:close/>
                <a:moveTo>
                  <a:pt x="1178341" y="181793"/>
                </a:moveTo>
                <a:cubicBezTo>
                  <a:pt x="1198381" y="181793"/>
                  <a:pt x="1214627" y="198039"/>
                  <a:pt x="1214627" y="218079"/>
                </a:cubicBezTo>
                <a:cubicBezTo>
                  <a:pt x="1214627" y="238119"/>
                  <a:pt x="1198381" y="254365"/>
                  <a:pt x="1178341" y="254365"/>
                </a:cubicBezTo>
                <a:cubicBezTo>
                  <a:pt x="1158301" y="254365"/>
                  <a:pt x="1142055" y="238119"/>
                  <a:pt x="1142055" y="218079"/>
                </a:cubicBezTo>
                <a:cubicBezTo>
                  <a:pt x="1142055" y="198039"/>
                  <a:pt x="1158301" y="181793"/>
                  <a:pt x="1178341" y="181793"/>
                </a:cubicBezTo>
                <a:close/>
                <a:moveTo>
                  <a:pt x="949930" y="181793"/>
                </a:moveTo>
                <a:cubicBezTo>
                  <a:pt x="969970" y="181793"/>
                  <a:pt x="986216" y="198039"/>
                  <a:pt x="986216" y="218079"/>
                </a:cubicBezTo>
                <a:cubicBezTo>
                  <a:pt x="986216" y="238119"/>
                  <a:pt x="969970" y="254365"/>
                  <a:pt x="949930" y="254365"/>
                </a:cubicBezTo>
                <a:cubicBezTo>
                  <a:pt x="929890" y="254365"/>
                  <a:pt x="913644" y="238119"/>
                  <a:pt x="913644" y="218079"/>
                </a:cubicBezTo>
                <a:cubicBezTo>
                  <a:pt x="913644" y="198039"/>
                  <a:pt x="929890" y="181793"/>
                  <a:pt x="949930" y="181793"/>
                </a:cubicBezTo>
                <a:close/>
                <a:moveTo>
                  <a:pt x="721519" y="181793"/>
                </a:moveTo>
                <a:cubicBezTo>
                  <a:pt x="741559" y="181793"/>
                  <a:pt x="757805" y="198039"/>
                  <a:pt x="757805" y="218079"/>
                </a:cubicBezTo>
                <a:cubicBezTo>
                  <a:pt x="757805" y="238119"/>
                  <a:pt x="741559" y="254365"/>
                  <a:pt x="721519" y="254365"/>
                </a:cubicBezTo>
                <a:cubicBezTo>
                  <a:pt x="701479" y="254365"/>
                  <a:pt x="685233" y="238119"/>
                  <a:pt x="685233" y="218079"/>
                </a:cubicBezTo>
                <a:cubicBezTo>
                  <a:pt x="685233" y="198039"/>
                  <a:pt x="701479" y="181793"/>
                  <a:pt x="721519" y="181793"/>
                </a:cubicBezTo>
                <a:close/>
                <a:moveTo>
                  <a:pt x="493108" y="181793"/>
                </a:moveTo>
                <a:cubicBezTo>
                  <a:pt x="513148" y="181793"/>
                  <a:pt x="529394" y="198039"/>
                  <a:pt x="529394" y="218079"/>
                </a:cubicBezTo>
                <a:cubicBezTo>
                  <a:pt x="529394" y="238119"/>
                  <a:pt x="513148" y="254365"/>
                  <a:pt x="493108" y="254365"/>
                </a:cubicBezTo>
                <a:cubicBezTo>
                  <a:pt x="473068" y="254365"/>
                  <a:pt x="456822" y="238119"/>
                  <a:pt x="456822" y="218079"/>
                </a:cubicBezTo>
                <a:cubicBezTo>
                  <a:pt x="456822" y="198039"/>
                  <a:pt x="473068" y="181793"/>
                  <a:pt x="493108" y="181793"/>
                </a:cubicBezTo>
                <a:close/>
                <a:moveTo>
                  <a:pt x="264697" y="181793"/>
                </a:moveTo>
                <a:cubicBezTo>
                  <a:pt x="284737" y="181793"/>
                  <a:pt x="300983" y="198039"/>
                  <a:pt x="300983" y="218079"/>
                </a:cubicBezTo>
                <a:cubicBezTo>
                  <a:pt x="300983" y="238119"/>
                  <a:pt x="284737" y="254365"/>
                  <a:pt x="264697" y="254365"/>
                </a:cubicBezTo>
                <a:cubicBezTo>
                  <a:pt x="244657" y="254365"/>
                  <a:pt x="228411" y="238119"/>
                  <a:pt x="228411" y="218079"/>
                </a:cubicBezTo>
                <a:cubicBezTo>
                  <a:pt x="228411" y="198039"/>
                  <a:pt x="244657" y="181793"/>
                  <a:pt x="264697" y="181793"/>
                </a:cubicBezTo>
                <a:close/>
                <a:moveTo>
                  <a:pt x="36286" y="181793"/>
                </a:moveTo>
                <a:cubicBezTo>
                  <a:pt x="56326" y="181793"/>
                  <a:pt x="72572" y="198039"/>
                  <a:pt x="72572" y="218079"/>
                </a:cubicBezTo>
                <a:cubicBezTo>
                  <a:pt x="72572" y="238119"/>
                  <a:pt x="56326" y="254365"/>
                  <a:pt x="36286" y="254365"/>
                </a:cubicBezTo>
                <a:cubicBezTo>
                  <a:pt x="16246" y="254365"/>
                  <a:pt x="0" y="238119"/>
                  <a:pt x="0" y="218079"/>
                </a:cubicBezTo>
                <a:cubicBezTo>
                  <a:pt x="0" y="198039"/>
                  <a:pt x="16246" y="181793"/>
                  <a:pt x="36286" y="181793"/>
                </a:cubicBezTo>
                <a:close/>
                <a:moveTo>
                  <a:pt x="1406750" y="0"/>
                </a:moveTo>
                <a:cubicBezTo>
                  <a:pt x="1426790" y="0"/>
                  <a:pt x="1443036" y="16246"/>
                  <a:pt x="1443036" y="36286"/>
                </a:cubicBezTo>
                <a:cubicBezTo>
                  <a:pt x="1443036" y="56326"/>
                  <a:pt x="1426790" y="72572"/>
                  <a:pt x="1406750" y="72572"/>
                </a:cubicBezTo>
                <a:cubicBezTo>
                  <a:pt x="1386710" y="72572"/>
                  <a:pt x="1370464" y="56326"/>
                  <a:pt x="1370464" y="36286"/>
                </a:cubicBezTo>
                <a:cubicBezTo>
                  <a:pt x="1370464" y="16246"/>
                  <a:pt x="1386710" y="0"/>
                  <a:pt x="1406750" y="0"/>
                </a:cubicBezTo>
                <a:close/>
                <a:moveTo>
                  <a:pt x="1178341" y="0"/>
                </a:moveTo>
                <a:cubicBezTo>
                  <a:pt x="1198381" y="0"/>
                  <a:pt x="1214627" y="16246"/>
                  <a:pt x="1214627" y="36286"/>
                </a:cubicBezTo>
                <a:cubicBezTo>
                  <a:pt x="1214627" y="56326"/>
                  <a:pt x="1198381" y="72572"/>
                  <a:pt x="1178341" y="72572"/>
                </a:cubicBezTo>
                <a:cubicBezTo>
                  <a:pt x="1158301" y="72572"/>
                  <a:pt x="1142055" y="56326"/>
                  <a:pt x="1142055" y="36286"/>
                </a:cubicBezTo>
                <a:cubicBezTo>
                  <a:pt x="1142055" y="16246"/>
                  <a:pt x="1158301" y="0"/>
                  <a:pt x="1178341" y="0"/>
                </a:cubicBezTo>
                <a:close/>
                <a:moveTo>
                  <a:pt x="949930" y="0"/>
                </a:moveTo>
                <a:cubicBezTo>
                  <a:pt x="969970" y="0"/>
                  <a:pt x="986216" y="16246"/>
                  <a:pt x="986216" y="36286"/>
                </a:cubicBezTo>
                <a:cubicBezTo>
                  <a:pt x="986216" y="56326"/>
                  <a:pt x="969970" y="72572"/>
                  <a:pt x="949930" y="72572"/>
                </a:cubicBezTo>
                <a:cubicBezTo>
                  <a:pt x="929890" y="72572"/>
                  <a:pt x="913644" y="56326"/>
                  <a:pt x="913644" y="36286"/>
                </a:cubicBezTo>
                <a:cubicBezTo>
                  <a:pt x="913644" y="16246"/>
                  <a:pt x="929890" y="0"/>
                  <a:pt x="949930" y="0"/>
                </a:cubicBezTo>
                <a:close/>
                <a:moveTo>
                  <a:pt x="721519" y="0"/>
                </a:moveTo>
                <a:cubicBezTo>
                  <a:pt x="741559" y="0"/>
                  <a:pt x="757805" y="16246"/>
                  <a:pt x="757805" y="36286"/>
                </a:cubicBezTo>
                <a:cubicBezTo>
                  <a:pt x="757805" y="56326"/>
                  <a:pt x="741559" y="72572"/>
                  <a:pt x="721519" y="72572"/>
                </a:cubicBezTo>
                <a:cubicBezTo>
                  <a:pt x="701479" y="72572"/>
                  <a:pt x="685233" y="56326"/>
                  <a:pt x="685233" y="36286"/>
                </a:cubicBezTo>
                <a:cubicBezTo>
                  <a:pt x="685233" y="16246"/>
                  <a:pt x="701479" y="0"/>
                  <a:pt x="721519" y="0"/>
                </a:cubicBezTo>
                <a:close/>
                <a:moveTo>
                  <a:pt x="493108" y="0"/>
                </a:moveTo>
                <a:cubicBezTo>
                  <a:pt x="513148" y="0"/>
                  <a:pt x="529394" y="16246"/>
                  <a:pt x="529394" y="36286"/>
                </a:cubicBezTo>
                <a:cubicBezTo>
                  <a:pt x="529394" y="56326"/>
                  <a:pt x="513148" y="72572"/>
                  <a:pt x="493108" y="72572"/>
                </a:cubicBezTo>
                <a:cubicBezTo>
                  <a:pt x="473068" y="72572"/>
                  <a:pt x="456822" y="56326"/>
                  <a:pt x="456822" y="36286"/>
                </a:cubicBezTo>
                <a:cubicBezTo>
                  <a:pt x="456822" y="16246"/>
                  <a:pt x="473068" y="0"/>
                  <a:pt x="493108" y="0"/>
                </a:cubicBezTo>
                <a:close/>
                <a:moveTo>
                  <a:pt x="264697" y="0"/>
                </a:moveTo>
                <a:cubicBezTo>
                  <a:pt x="284737" y="0"/>
                  <a:pt x="300983" y="16246"/>
                  <a:pt x="300983" y="36286"/>
                </a:cubicBezTo>
                <a:cubicBezTo>
                  <a:pt x="300983" y="56326"/>
                  <a:pt x="284737" y="72572"/>
                  <a:pt x="264697" y="72572"/>
                </a:cubicBezTo>
                <a:cubicBezTo>
                  <a:pt x="244657" y="72572"/>
                  <a:pt x="228411" y="56326"/>
                  <a:pt x="228411" y="36286"/>
                </a:cubicBezTo>
                <a:cubicBezTo>
                  <a:pt x="228411" y="16246"/>
                  <a:pt x="244657" y="0"/>
                  <a:pt x="264697" y="0"/>
                </a:cubicBezTo>
                <a:close/>
                <a:moveTo>
                  <a:pt x="36286" y="0"/>
                </a:moveTo>
                <a:cubicBezTo>
                  <a:pt x="56326" y="0"/>
                  <a:pt x="72572" y="16246"/>
                  <a:pt x="72572" y="36286"/>
                </a:cubicBezTo>
                <a:cubicBezTo>
                  <a:pt x="72572" y="56326"/>
                  <a:pt x="56326" y="72572"/>
                  <a:pt x="36286" y="72572"/>
                </a:cubicBezTo>
                <a:cubicBezTo>
                  <a:pt x="16246" y="72572"/>
                  <a:pt x="0" y="56326"/>
                  <a:pt x="0" y="36286"/>
                </a:cubicBezTo>
                <a:cubicBezTo>
                  <a:pt x="0" y="16246"/>
                  <a:pt x="16246" y="0"/>
                  <a:pt x="36286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8"/>
            </p:custDataLst>
          </p:nvPr>
        </p:nvSpPr>
        <p:spPr>
          <a:xfrm flipH="1">
            <a:off x="928425" y="787319"/>
            <a:ext cx="1141782" cy="345103"/>
          </a:xfrm>
          <a:custGeom>
            <a:avLst/>
            <a:gdLst>
              <a:gd name="connsiteX0" fmla="*/ 1406750 w 1443036"/>
              <a:gd name="connsiteY0" fmla="*/ 363586 h 436158"/>
              <a:gd name="connsiteX1" fmla="*/ 1443036 w 1443036"/>
              <a:gd name="connsiteY1" fmla="*/ 399872 h 436158"/>
              <a:gd name="connsiteX2" fmla="*/ 1406750 w 1443036"/>
              <a:gd name="connsiteY2" fmla="*/ 436158 h 436158"/>
              <a:gd name="connsiteX3" fmla="*/ 1370464 w 1443036"/>
              <a:gd name="connsiteY3" fmla="*/ 399872 h 436158"/>
              <a:gd name="connsiteX4" fmla="*/ 1406750 w 1443036"/>
              <a:gd name="connsiteY4" fmla="*/ 363586 h 436158"/>
              <a:gd name="connsiteX5" fmla="*/ 1178341 w 1443036"/>
              <a:gd name="connsiteY5" fmla="*/ 363586 h 436158"/>
              <a:gd name="connsiteX6" fmla="*/ 1214627 w 1443036"/>
              <a:gd name="connsiteY6" fmla="*/ 399872 h 436158"/>
              <a:gd name="connsiteX7" fmla="*/ 1178341 w 1443036"/>
              <a:gd name="connsiteY7" fmla="*/ 436158 h 436158"/>
              <a:gd name="connsiteX8" fmla="*/ 1142055 w 1443036"/>
              <a:gd name="connsiteY8" fmla="*/ 399872 h 436158"/>
              <a:gd name="connsiteX9" fmla="*/ 1178341 w 1443036"/>
              <a:gd name="connsiteY9" fmla="*/ 363586 h 436158"/>
              <a:gd name="connsiteX10" fmla="*/ 949930 w 1443036"/>
              <a:gd name="connsiteY10" fmla="*/ 363586 h 436158"/>
              <a:gd name="connsiteX11" fmla="*/ 986216 w 1443036"/>
              <a:gd name="connsiteY11" fmla="*/ 399872 h 436158"/>
              <a:gd name="connsiteX12" fmla="*/ 949930 w 1443036"/>
              <a:gd name="connsiteY12" fmla="*/ 436158 h 436158"/>
              <a:gd name="connsiteX13" fmla="*/ 913644 w 1443036"/>
              <a:gd name="connsiteY13" fmla="*/ 399872 h 436158"/>
              <a:gd name="connsiteX14" fmla="*/ 949930 w 1443036"/>
              <a:gd name="connsiteY14" fmla="*/ 363586 h 436158"/>
              <a:gd name="connsiteX15" fmla="*/ 721519 w 1443036"/>
              <a:gd name="connsiteY15" fmla="*/ 363586 h 436158"/>
              <a:gd name="connsiteX16" fmla="*/ 757805 w 1443036"/>
              <a:gd name="connsiteY16" fmla="*/ 399872 h 436158"/>
              <a:gd name="connsiteX17" fmla="*/ 721519 w 1443036"/>
              <a:gd name="connsiteY17" fmla="*/ 436158 h 436158"/>
              <a:gd name="connsiteX18" fmla="*/ 685233 w 1443036"/>
              <a:gd name="connsiteY18" fmla="*/ 399872 h 436158"/>
              <a:gd name="connsiteX19" fmla="*/ 721519 w 1443036"/>
              <a:gd name="connsiteY19" fmla="*/ 363586 h 436158"/>
              <a:gd name="connsiteX20" fmla="*/ 493108 w 1443036"/>
              <a:gd name="connsiteY20" fmla="*/ 363586 h 436158"/>
              <a:gd name="connsiteX21" fmla="*/ 529394 w 1443036"/>
              <a:gd name="connsiteY21" fmla="*/ 399872 h 436158"/>
              <a:gd name="connsiteX22" fmla="*/ 493108 w 1443036"/>
              <a:gd name="connsiteY22" fmla="*/ 436158 h 436158"/>
              <a:gd name="connsiteX23" fmla="*/ 456822 w 1443036"/>
              <a:gd name="connsiteY23" fmla="*/ 399872 h 436158"/>
              <a:gd name="connsiteX24" fmla="*/ 493108 w 1443036"/>
              <a:gd name="connsiteY24" fmla="*/ 363586 h 436158"/>
              <a:gd name="connsiteX25" fmla="*/ 264697 w 1443036"/>
              <a:gd name="connsiteY25" fmla="*/ 363586 h 436158"/>
              <a:gd name="connsiteX26" fmla="*/ 300983 w 1443036"/>
              <a:gd name="connsiteY26" fmla="*/ 399872 h 436158"/>
              <a:gd name="connsiteX27" fmla="*/ 264697 w 1443036"/>
              <a:gd name="connsiteY27" fmla="*/ 436158 h 436158"/>
              <a:gd name="connsiteX28" fmla="*/ 228411 w 1443036"/>
              <a:gd name="connsiteY28" fmla="*/ 399872 h 436158"/>
              <a:gd name="connsiteX29" fmla="*/ 264697 w 1443036"/>
              <a:gd name="connsiteY29" fmla="*/ 363586 h 436158"/>
              <a:gd name="connsiteX30" fmla="*/ 36286 w 1443036"/>
              <a:gd name="connsiteY30" fmla="*/ 363586 h 436158"/>
              <a:gd name="connsiteX31" fmla="*/ 72572 w 1443036"/>
              <a:gd name="connsiteY31" fmla="*/ 399872 h 436158"/>
              <a:gd name="connsiteX32" fmla="*/ 36286 w 1443036"/>
              <a:gd name="connsiteY32" fmla="*/ 436158 h 436158"/>
              <a:gd name="connsiteX33" fmla="*/ 0 w 1443036"/>
              <a:gd name="connsiteY33" fmla="*/ 399872 h 436158"/>
              <a:gd name="connsiteX34" fmla="*/ 36286 w 1443036"/>
              <a:gd name="connsiteY34" fmla="*/ 363586 h 436158"/>
              <a:gd name="connsiteX35" fmla="*/ 1406750 w 1443036"/>
              <a:gd name="connsiteY35" fmla="*/ 181793 h 436158"/>
              <a:gd name="connsiteX36" fmla="*/ 1443036 w 1443036"/>
              <a:gd name="connsiteY36" fmla="*/ 218079 h 436158"/>
              <a:gd name="connsiteX37" fmla="*/ 1406750 w 1443036"/>
              <a:gd name="connsiteY37" fmla="*/ 254365 h 436158"/>
              <a:gd name="connsiteX38" fmla="*/ 1370464 w 1443036"/>
              <a:gd name="connsiteY38" fmla="*/ 218079 h 436158"/>
              <a:gd name="connsiteX39" fmla="*/ 1406750 w 1443036"/>
              <a:gd name="connsiteY39" fmla="*/ 181793 h 436158"/>
              <a:gd name="connsiteX40" fmla="*/ 1178341 w 1443036"/>
              <a:gd name="connsiteY40" fmla="*/ 181793 h 436158"/>
              <a:gd name="connsiteX41" fmla="*/ 1214627 w 1443036"/>
              <a:gd name="connsiteY41" fmla="*/ 218079 h 436158"/>
              <a:gd name="connsiteX42" fmla="*/ 1178341 w 1443036"/>
              <a:gd name="connsiteY42" fmla="*/ 254365 h 436158"/>
              <a:gd name="connsiteX43" fmla="*/ 1142055 w 1443036"/>
              <a:gd name="connsiteY43" fmla="*/ 218079 h 436158"/>
              <a:gd name="connsiteX44" fmla="*/ 1178341 w 1443036"/>
              <a:gd name="connsiteY44" fmla="*/ 181793 h 436158"/>
              <a:gd name="connsiteX45" fmla="*/ 949930 w 1443036"/>
              <a:gd name="connsiteY45" fmla="*/ 181793 h 436158"/>
              <a:gd name="connsiteX46" fmla="*/ 986216 w 1443036"/>
              <a:gd name="connsiteY46" fmla="*/ 218079 h 436158"/>
              <a:gd name="connsiteX47" fmla="*/ 949930 w 1443036"/>
              <a:gd name="connsiteY47" fmla="*/ 254365 h 436158"/>
              <a:gd name="connsiteX48" fmla="*/ 913644 w 1443036"/>
              <a:gd name="connsiteY48" fmla="*/ 218079 h 436158"/>
              <a:gd name="connsiteX49" fmla="*/ 949930 w 1443036"/>
              <a:gd name="connsiteY49" fmla="*/ 181793 h 436158"/>
              <a:gd name="connsiteX50" fmla="*/ 721519 w 1443036"/>
              <a:gd name="connsiteY50" fmla="*/ 181793 h 436158"/>
              <a:gd name="connsiteX51" fmla="*/ 757805 w 1443036"/>
              <a:gd name="connsiteY51" fmla="*/ 218079 h 436158"/>
              <a:gd name="connsiteX52" fmla="*/ 721519 w 1443036"/>
              <a:gd name="connsiteY52" fmla="*/ 254365 h 436158"/>
              <a:gd name="connsiteX53" fmla="*/ 685233 w 1443036"/>
              <a:gd name="connsiteY53" fmla="*/ 218079 h 436158"/>
              <a:gd name="connsiteX54" fmla="*/ 721519 w 1443036"/>
              <a:gd name="connsiteY54" fmla="*/ 181793 h 436158"/>
              <a:gd name="connsiteX55" fmla="*/ 493108 w 1443036"/>
              <a:gd name="connsiteY55" fmla="*/ 181793 h 436158"/>
              <a:gd name="connsiteX56" fmla="*/ 529394 w 1443036"/>
              <a:gd name="connsiteY56" fmla="*/ 218079 h 436158"/>
              <a:gd name="connsiteX57" fmla="*/ 493108 w 1443036"/>
              <a:gd name="connsiteY57" fmla="*/ 254365 h 436158"/>
              <a:gd name="connsiteX58" fmla="*/ 456822 w 1443036"/>
              <a:gd name="connsiteY58" fmla="*/ 218079 h 436158"/>
              <a:gd name="connsiteX59" fmla="*/ 493108 w 1443036"/>
              <a:gd name="connsiteY59" fmla="*/ 181793 h 436158"/>
              <a:gd name="connsiteX60" fmla="*/ 264697 w 1443036"/>
              <a:gd name="connsiteY60" fmla="*/ 181793 h 436158"/>
              <a:gd name="connsiteX61" fmla="*/ 300983 w 1443036"/>
              <a:gd name="connsiteY61" fmla="*/ 218079 h 436158"/>
              <a:gd name="connsiteX62" fmla="*/ 264697 w 1443036"/>
              <a:gd name="connsiteY62" fmla="*/ 254365 h 436158"/>
              <a:gd name="connsiteX63" fmla="*/ 228411 w 1443036"/>
              <a:gd name="connsiteY63" fmla="*/ 218079 h 436158"/>
              <a:gd name="connsiteX64" fmla="*/ 264697 w 1443036"/>
              <a:gd name="connsiteY64" fmla="*/ 181793 h 436158"/>
              <a:gd name="connsiteX65" fmla="*/ 36286 w 1443036"/>
              <a:gd name="connsiteY65" fmla="*/ 181793 h 436158"/>
              <a:gd name="connsiteX66" fmla="*/ 72572 w 1443036"/>
              <a:gd name="connsiteY66" fmla="*/ 218079 h 436158"/>
              <a:gd name="connsiteX67" fmla="*/ 36286 w 1443036"/>
              <a:gd name="connsiteY67" fmla="*/ 254365 h 436158"/>
              <a:gd name="connsiteX68" fmla="*/ 0 w 1443036"/>
              <a:gd name="connsiteY68" fmla="*/ 218079 h 436158"/>
              <a:gd name="connsiteX69" fmla="*/ 36286 w 1443036"/>
              <a:gd name="connsiteY69" fmla="*/ 181793 h 436158"/>
              <a:gd name="connsiteX70" fmla="*/ 1406750 w 1443036"/>
              <a:gd name="connsiteY70" fmla="*/ 0 h 436158"/>
              <a:gd name="connsiteX71" fmla="*/ 1443036 w 1443036"/>
              <a:gd name="connsiteY71" fmla="*/ 36286 h 436158"/>
              <a:gd name="connsiteX72" fmla="*/ 1406750 w 1443036"/>
              <a:gd name="connsiteY72" fmla="*/ 72572 h 436158"/>
              <a:gd name="connsiteX73" fmla="*/ 1370464 w 1443036"/>
              <a:gd name="connsiteY73" fmla="*/ 36286 h 436158"/>
              <a:gd name="connsiteX74" fmla="*/ 1406750 w 1443036"/>
              <a:gd name="connsiteY74" fmla="*/ 0 h 436158"/>
              <a:gd name="connsiteX75" fmla="*/ 1178341 w 1443036"/>
              <a:gd name="connsiteY75" fmla="*/ 0 h 436158"/>
              <a:gd name="connsiteX76" fmla="*/ 1214627 w 1443036"/>
              <a:gd name="connsiteY76" fmla="*/ 36286 h 436158"/>
              <a:gd name="connsiteX77" fmla="*/ 1178341 w 1443036"/>
              <a:gd name="connsiteY77" fmla="*/ 72572 h 436158"/>
              <a:gd name="connsiteX78" fmla="*/ 1142055 w 1443036"/>
              <a:gd name="connsiteY78" fmla="*/ 36286 h 436158"/>
              <a:gd name="connsiteX79" fmla="*/ 1178341 w 1443036"/>
              <a:gd name="connsiteY79" fmla="*/ 0 h 436158"/>
              <a:gd name="connsiteX80" fmla="*/ 949930 w 1443036"/>
              <a:gd name="connsiteY80" fmla="*/ 0 h 436158"/>
              <a:gd name="connsiteX81" fmla="*/ 986216 w 1443036"/>
              <a:gd name="connsiteY81" fmla="*/ 36286 h 436158"/>
              <a:gd name="connsiteX82" fmla="*/ 949930 w 1443036"/>
              <a:gd name="connsiteY82" fmla="*/ 72572 h 436158"/>
              <a:gd name="connsiteX83" fmla="*/ 913644 w 1443036"/>
              <a:gd name="connsiteY83" fmla="*/ 36286 h 436158"/>
              <a:gd name="connsiteX84" fmla="*/ 949930 w 1443036"/>
              <a:gd name="connsiteY84" fmla="*/ 0 h 436158"/>
              <a:gd name="connsiteX85" fmla="*/ 721519 w 1443036"/>
              <a:gd name="connsiteY85" fmla="*/ 0 h 436158"/>
              <a:gd name="connsiteX86" fmla="*/ 757805 w 1443036"/>
              <a:gd name="connsiteY86" fmla="*/ 36286 h 436158"/>
              <a:gd name="connsiteX87" fmla="*/ 721519 w 1443036"/>
              <a:gd name="connsiteY87" fmla="*/ 72572 h 436158"/>
              <a:gd name="connsiteX88" fmla="*/ 685233 w 1443036"/>
              <a:gd name="connsiteY88" fmla="*/ 36286 h 436158"/>
              <a:gd name="connsiteX89" fmla="*/ 721519 w 1443036"/>
              <a:gd name="connsiteY89" fmla="*/ 0 h 436158"/>
              <a:gd name="connsiteX90" fmla="*/ 493108 w 1443036"/>
              <a:gd name="connsiteY90" fmla="*/ 0 h 436158"/>
              <a:gd name="connsiteX91" fmla="*/ 529394 w 1443036"/>
              <a:gd name="connsiteY91" fmla="*/ 36286 h 436158"/>
              <a:gd name="connsiteX92" fmla="*/ 493108 w 1443036"/>
              <a:gd name="connsiteY92" fmla="*/ 72572 h 436158"/>
              <a:gd name="connsiteX93" fmla="*/ 456822 w 1443036"/>
              <a:gd name="connsiteY93" fmla="*/ 36286 h 436158"/>
              <a:gd name="connsiteX94" fmla="*/ 493108 w 1443036"/>
              <a:gd name="connsiteY94" fmla="*/ 0 h 436158"/>
              <a:gd name="connsiteX95" fmla="*/ 264697 w 1443036"/>
              <a:gd name="connsiteY95" fmla="*/ 0 h 436158"/>
              <a:gd name="connsiteX96" fmla="*/ 300983 w 1443036"/>
              <a:gd name="connsiteY96" fmla="*/ 36286 h 436158"/>
              <a:gd name="connsiteX97" fmla="*/ 264697 w 1443036"/>
              <a:gd name="connsiteY97" fmla="*/ 72572 h 436158"/>
              <a:gd name="connsiteX98" fmla="*/ 228411 w 1443036"/>
              <a:gd name="connsiteY98" fmla="*/ 36286 h 436158"/>
              <a:gd name="connsiteX99" fmla="*/ 264697 w 1443036"/>
              <a:gd name="connsiteY99" fmla="*/ 0 h 436158"/>
              <a:gd name="connsiteX100" fmla="*/ 36286 w 1443036"/>
              <a:gd name="connsiteY100" fmla="*/ 0 h 436158"/>
              <a:gd name="connsiteX101" fmla="*/ 72572 w 1443036"/>
              <a:gd name="connsiteY101" fmla="*/ 36286 h 436158"/>
              <a:gd name="connsiteX102" fmla="*/ 36286 w 1443036"/>
              <a:gd name="connsiteY102" fmla="*/ 72572 h 436158"/>
              <a:gd name="connsiteX103" fmla="*/ 0 w 1443036"/>
              <a:gd name="connsiteY103" fmla="*/ 36286 h 436158"/>
              <a:gd name="connsiteX104" fmla="*/ 36286 w 1443036"/>
              <a:gd name="connsiteY104" fmla="*/ 0 h 43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443036" h="436158">
                <a:moveTo>
                  <a:pt x="1406750" y="363586"/>
                </a:moveTo>
                <a:cubicBezTo>
                  <a:pt x="1426790" y="363586"/>
                  <a:pt x="1443036" y="379832"/>
                  <a:pt x="1443036" y="399872"/>
                </a:cubicBezTo>
                <a:cubicBezTo>
                  <a:pt x="1443036" y="419912"/>
                  <a:pt x="1426790" y="436158"/>
                  <a:pt x="1406750" y="436158"/>
                </a:cubicBezTo>
                <a:cubicBezTo>
                  <a:pt x="1386710" y="436158"/>
                  <a:pt x="1370464" y="419912"/>
                  <a:pt x="1370464" y="399872"/>
                </a:cubicBezTo>
                <a:cubicBezTo>
                  <a:pt x="1370464" y="379832"/>
                  <a:pt x="1386710" y="363586"/>
                  <a:pt x="1406750" y="363586"/>
                </a:cubicBezTo>
                <a:close/>
                <a:moveTo>
                  <a:pt x="1178341" y="363586"/>
                </a:moveTo>
                <a:cubicBezTo>
                  <a:pt x="1198381" y="363586"/>
                  <a:pt x="1214627" y="379832"/>
                  <a:pt x="1214627" y="399872"/>
                </a:cubicBezTo>
                <a:cubicBezTo>
                  <a:pt x="1214627" y="419912"/>
                  <a:pt x="1198381" y="436158"/>
                  <a:pt x="1178341" y="436158"/>
                </a:cubicBezTo>
                <a:cubicBezTo>
                  <a:pt x="1158301" y="436158"/>
                  <a:pt x="1142055" y="419912"/>
                  <a:pt x="1142055" y="399872"/>
                </a:cubicBezTo>
                <a:cubicBezTo>
                  <a:pt x="1142055" y="379832"/>
                  <a:pt x="1158301" y="363586"/>
                  <a:pt x="1178341" y="363586"/>
                </a:cubicBezTo>
                <a:close/>
                <a:moveTo>
                  <a:pt x="949930" y="363586"/>
                </a:moveTo>
                <a:cubicBezTo>
                  <a:pt x="969970" y="363586"/>
                  <a:pt x="986216" y="379832"/>
                  <a:pt x="986216" y="399872"/>
                </a:cubicBezTo>
                <a:cubicBezTo>
                  <a:pt x="986216" y="419912"/>
                  <a:pt x="969970" y="436158"/>
                  <a:pt x="949930" y="436158"/>
                </a:cubicBezTo>
                <a:cubicBezTo>
                  <a:pt x="929890" y="436158"/>
                  <a:pt x="913644" y="419912"/>
                  <a:pt x="913644" y="399872"/>
                </a:cubicBezTo>
                <a:cubicBezTo>
                  <a:pt x="913644" y="379832"/>
                  <a:pt x="929890" y="363586"/>
                  <a:pt x="949930" y="363586"/>
                </a:cubicBezTo>
                <a:close/>
                <a:moveTo>
                  <a:pt x="721519" y="363586"/>
                </a:moveTo>
                <a:cubicBezTo>
                  <a:pt x="741559" y="363586"/>
                  <a:pt x="757805" y="379832"/>
                  <a:pt x="757805" y="399872"/>
                </a:cubicBezTo>
                <a:cubicBezTo>
                  <a:pt x="757805" y="419912"/>
                  <a:pt x="741559" y="436158"/>
                  <a:pt x="721519" y="436158"/>
                </a:cubicBezTo>
                <a:cubicBezTo>
                  <a:pt x="701479" y="436158"/>
                  <a:pt x="685233" y="419912"/>
                  <a:pt x="685233" y="399872"/>
                </a:cubicBezTo>
                <a:cubicBezTo>
                  <a:pt x="685233" y="379832"/>
                  <a:pt x="701479" y="363586"/>
                  <a:pt x="721519" y="363586"/>
                </a:cubicBezTo>
                <a:close/>
                <a:moveTo>
                  <a:pt x="493108" y="363586"/>
                </a:moveTo>
                <a:cubicBezTo>
                  <a:pt x="513148" y="363586"/>
                  <a:pt x="529394" y="379832"/>
                  <a:pt x="529394" y="399872"/>
                </a:cubicBezTo>
                <a:cubicBezTo>
                  <a:pt x="529394" y="419912"/>
                  <a:pt x="513148" y="436158"/>
                  <a:pt x="493108" y="436158"/>
                </a:cubicBezTo>
                <a:cubicBezTo>
                  <a:pt x="473068" y="436158"/>
                  <a:pt x="456822" y="419912"/>
                  <a:pt x="456822" y="399872"/>
                </a:cubicBezTo>
                <a:cubicBezTo>
                  <a:pt x="456822" y="379832"/>
                  <a:pt x="473068" y="363586"/>
                  <a:pt x="493108" y="363586"/>
                </a:cubicBezTo>
                <a:close/>
                <a:moveTo>
                  <a:pt x="264697" y="363586"/>
                </a:moveTo>
                <a:cubicBezTo>
                  <a:pt x="284737" y="363586"/>
                  <a:pt x="300983" y="379832"/>
                  <a:pt x="300983" y="399872"/>
                </a:cubicBezTo>
                <a:cubicBezTo>
                  <a:pt x="300983" y="419912"/>
                  <a:pt x="284737" y="436158"/>
                  <a:pt x="264697" y="436158"/>
                </a:cubicBezTo>
                <a:cubicBezTo>
                  <a:pt x="244657" y="436158"/>
                  <a:pt x="228411" y="419912"/>
                  <a:pt x="228411" y="399872"/>
                </a:cubicBezTo>
                <a:cubicBezTo>
                  <a:pt x="228411" y="379832"/>
                  <a:pt x="244657" y="363586"/>
                  <a:pt x="264697" y="363586"/>
                </a:cubicBezTo>
                <a:close/>
                <a:moveTo>
                  <a:pt x="36286" y="363586"/>
                </a:moveTo>
                <a:cubicBezTo>
                  <a:pt x="56326" y="363586"/>
                  <a:pt x="72572" y="379832"/>
                  <a:pt x="72572" y="399872"/>
                </a:cubicBezTo>
                <a:cubicBezTo>
                  <a:pt x="72572" y="419912"/>
                  <a:pt x="56326" y="436158"/>
                  <a:pt x="36286" y="436158"/>
                </a:cubicBezTo>
                <a:cubicBezTo>
                  <a:pt x="16246" y="436158"/>
                  <a:pt x="0" y="419912"/>
                  <a:pt x="0" y="399872"/>
                </a:cubicBezTo>
                <a:cubicBezTo>
                  <a:pt x="0" y="379832"/>
                  <a:pt x="16246" y="363586"/>
                  <a:pt x="36286" y="363586"/>
                </a:cubicBezTo>
                <a:close/>
                <a:moveTo>
                  <a:pt x="1406750" y="181793"/>
                </a:moveTo>
                <a:cubicBezTo>
                  <a:pt x="1426790" y="181793"/>
                  <a:pt x="1443036" y="198039"/>
                  <a:pt x="1443036" y="218079"/>
                </a:cubicBezTo>
                <a:cubicBezTo>
                  <a:pt x="1443036" y="238119"/>
                  <a:pt x="1426790" y="254365"/>
                  <a:pt x="1406750" y="254365"/>
                </a:cubicBezTo>
                <a:cubicBezTo>
                  <a:pt x="1386710" y="254365"/>
                  <a:pt x="1370464" y="238119"/>
                  <a:pt x="1370464" y="218079"/>
                </a:cubicBezTo>
                <a:cubicBezTo>
                  <a:pt x="1370464" y="198039"/>
                  <a:pt x="1386710" y="181793"/>
                  <a:pt x="1406750" y="181793"/>
                </a:cubicBezTo>
                <a:close/>
                <a:moveTo>
                  <a:pt x="1178341" y="181793"/>
                </a:moveTo>
                <a:cubicBezTo>
                  <a:pt x="1198381" y="181793"/>
                  <a:pt x="1214627" y="198039"/>
                  <a:pt x="1214627" y="218079"/>
                </a:cubicBezTo>
                <a:cubicBezTo>
                  <a:pt x="1214627" y="238119"/>
                  <a:pt x="1198381" y="254365"/>
                  <a:pt x="1178341" y="254365"/>
                </a:cubicBezTo>
                <a:cubicBezTo>
                  <a:pt x="1158301" y="254365"/>
                  <a:pt x="1142055" y="238119"/>
                  <a:pt x="1142055" y="218079"/>
                </a:cubicBezTo>
                <a:cubicBezTo>
                  <a:pt x="1142055" y="198039"/>
                  <a:pt x="1158301" y="181793"/>
                  <a:pt x="1178341" y="181793"/>
                </a:cubicBezTo>
                <a:close/>
                <a:moveTo>
                  <a:pt x="949930" y="181793"/>
                </a:moveTo>
                <a:cubicBezTo>
                  <a:pt x="969970" y="181793"/>
                  <a:pt x="986216" y="198039"/>
                  <a:pt x="986216" y="218079"/>
                </a:cubicBezTo>
                <a:cubicBezTo>
                  <a:pt x="986216" y="238119"/>
                  <a:pt x="969970" y="254365"/>
                  <a:pt x="949930" y="254365"/>
                </a:cubicBezTo>
                <a:cubicBezTo>
                  <a:pt x="929890" y="254365"/>
                  <a:pt x="913644" y="238119"/>
                  <a:pt x="913644" y="218079"/>
                </a:cubicBezTo>
                <a:cubicBezTo>
                  <a:pt x="913644" y="198039"/>
                  <a:pt x="929890" y="181793"/>
                  <a:pt x="949930" y="181793"/>
                </a:cubicBezTo>
                <a:close/>
                <a:moveTo>
                  <a:pt x="721519" y="181793"/>
                </a:moveTo>
                <a:cubicBezTo>
                  <a:pt x="741559" y="181793"/>
                  <a:pt x="757805" y="198039"/>
                  <a:pt x="757805" y="218079"/>
                </a:cubicBezTo>
                <a:cubicBezTo>
                  <a:pt x="757805" y="238119"/>
                  <a:pt x="741559" y="254365"/>
                  <a:pt x="721519" y="254365"/>
                </a:cubicBezTo>
                <a:cubicBezTo>
                  <a:pt x="701479" y="254365"/>
                  <a:pt x="685233" y="238119"/>
                  <a:pt x="685233" y="218079"/>
                </a:cubicBezTo>
                <a:cubicBezTo>
                  <a:pt x="685233" y="198039"/>
                  <a:pt x="701479" y="181793"/>
                  <a:pt x="721519" y="181793"/>
                </a:cubicBezTo>
                <a:close/>
                <a:moveTo>
                  <a:pt x="493108" y="181793"/>
                </a:moveTo>
                <a:cubicBezTo>
                  <a:pt x="513148" y="181793"/>
                  <a:pt x="529394" y="198039"/>
                  <a:pt x="529394" y="218079"/>
                </a:cubicBezTo>
                <a:cubicBezTo>
                  <a:pt x="529394" y="238119"/>
                  <a:pt x="513148" y="254365"/>
                  <a:pt x="493108" y="254365"/>
                </a:cubicBezTo>
                <a:cubicBezTo>
                  <a:pt x="473068" y="254365"/>
                  <a:pt x="456822" y="238119"/>
                  <a:pt x="456822" y="218079"/>
                </a:cubicBezTo>
                <a:cubicBezTo>
                  <a:pt x="456822" y="198039"/>
                  <a:pt x="473068" y="181793"/>
                  <a:pt x="493108" y="181793"/>
                </a:cubicBezTo>
                <a:close/>
                <a:moveTo>
                  <a:pt x="264697" y="181793"/>
                </a:moveTo>
                <a:cubicBezTo>
                  <a:pt x="284737" y="181793"/>
                  <a:pt x="300983" y="198039"/>
                  <a:pt x="300983" y="218079"/>
                </a:cubicBezTo>
                <a:cubicBezTo>
                  <a:pt x="300983" y="238119"/>
                  <a:pt x="284737" y="254365"/>
                  <a:pt x="264697" y="254365"/>
                </a:cubicBezTo>
                <a:cubicBezTo>
                  <a:pt x="244657" y="254365"/>
                  <a:pt x="228411" y="238119"/>
                  <a:pt x="228411" y="218079"/>
                </a:cubicBezTo>
                <a:cubicBezTo>
                  <a:pt x="228411" y="198039"/>
                  <a:pt x="244657" y="181793"/>
                  <a:pt x="264697" y="181793"/>
                </a:cubicBezTo>
                <a:close/>
                <a:moveTo>
                  <a:pt x="36286" y="181793"/>
                </a:moveTo>
                <a:cubicBezTo>
                  <a:pt x="56326" y="181793"/>
                  <a:pt x="72572" y="198039"/>
                  <a:pt x="72572" y="218079"/>
                </a:cubicBezTo>
                <a:cubicBezTo>
                  <a:pt x="72572" y="238119"/>
                  <a:pt x="56326" y="254365"/>
                  <a:pt x="36286" y="254365"/>
                </a:cubicBezTo>
                <a:cubicBezTo>
                  <a:pt x="16246" y="254365"/>
                  <a:pt x="0" y="238119"/>
                  <a:pt x="0" y="218079"/>
                </a:cubicBezTo>
                <a:cubicBezTo>
                  <a:pt x="0" y="198039"/>
                  <a:pt x="16246" y="181793"/>
                  <a:pt x="36286" y="181793"/>
                </a:cubicBezTo>
                <a:close/>
                <a:moveTo>
                  <a:pt x="1406750" y="0"/>
                </a:moveTo>
                <a:cubicBezTo>
                  <a:pt x="1426790" y="0"/>
                  <a:pt x="1443036" y="16246"/>
                  <a:pt x="1443036" y="36286"/>
                </a:cubicBezTo>
                <a:cubicBezTo>
                  <a:pt x="1443036" y="56326"/>
                  <a:pt x="1426790" y="72572"/>
                  <a:pt x="1406750" y="72572"/>
                </a:cubicBezTo>
                <a:cubicBezTo>
                  <a:pt x="1386710" y="72572"/>
                  <a:pt x="1370464" y="56326"/>
                  <a:pt x="1370464" y="36286"/>
                </a:cubicBezTo>
                <a:cubicBezTo>
                  <a:pt x="1370464" y="16246"/>
                  <a:pt x="1386710" y="0"/>
                  <a:pt x="1406750" y="0"/>
                </a:cubicBezTo>
                <a:close/>
                <a:moveTo>
                  <a:pt x="1178341" y="0"/>
                </a:moveTo>
                <a:cubicBezTo>
                  <a:pt x="1198381" y="0"/>
                  <a:pt x="1214627" y="16246"/>
                  <a:pt x="1214627" y="36286"/>
                </a:cubicBezTo>
                <a:cubicBezTo>
                  <a:pt x="1214627" y="56326"/>
                  <a:pt x="1198381" y="72572"/>
                  <a:pt x="1178341" y="72572"/>
                </a:cubicBezTo>
                <a:cubicBezTo>
                  <a:pt x="1158301" y="72572"/>
                  <a:pt x="1142055" y="56326"/>
                  <a:pt x="1142055" y="36286"/>
                </a:cubicBezTo>
                <a:cubicBezTo>
                  <a:pt x="1142055" y="16246"/>
                  <a:pt x="1158301" y="0"/>
                  <a:pt x="1178341" y="0"/>
                </a:cubicBezTo>
                <a:close/>
                <a:moveTo>
                  <a:pt x="949930" y="0"/>
                </a:moveTo>
                <a:cubicBezTo>
                  <a:pt x="969970" y="0"/>
                  <a:pt x="986216" y="16246"/>
                  <a:pt x="986216" y="36286"/>
                </a:cubicBezTo>
                <a:cubicBezTo>
                  <a:pt x="986216" y="56326"/>
                  <a:pt x="969970" y="72572"/>
                  <a:pt x="949930" y="72572"/>
                </a:cubicBezTo>
                <a:cubicBezTo>
                  <a:pt x="929890" y="72572"/>
                  <a:pt x="913644" y="56326"/>
                  <a:pt x="913644" y="36286"/>
                </a:cubicBezTo>
                <a:cubicBezTo>
                  <a:pt x="913644" y="16246"/>
                  <a:pt x="929890" y="0"/>
                  <a:pt x="949930" y="0"/>
                </a:cubicBezTo>
                <a:close/>
                <a:moveTo>
                  <a:pt x="721519" y="0"/>
                </a:moveTo>
                <a:cubicBezTo>
                  <a:pt x="741559" y="0"/>
                  <a:pt x="757805" y="16246"/>
                  <a:pt x="757805" y="36286"/>
                </a:cubicBezTo>
                <a:cubicBezTo>
                  <a:pt x="757805" y="56326"/>
                  <a:pt x="741559" y="72572"/>
                  <a:pt x="721519" y="72572"/>
                </a:cubicBezTo>
                <a:cubicBezTo>
                  <a:pt x="701479" y="72572"/>
                  <a:pt x="685233" y="56326"/>
                  <a:pt x="685233" y="36286"/>
                </a:cubicBezTo>
                <a:cubicBezTo>
                  <a:pt x="685233" y="16246"/>
                  <a:pt x="701479" y="0"/>
                  <a:pt x="721519" y="0"/>
                </a:cubicBezTo>
                <a:close/>
                <a:moveTo>
                  <a:pt x="493108" y="0"/>
                </a:moveTo>
                <a:cubicBezTo>
                  <a:pt x="513148" y="0"/>
                  <a:pt x="529394" y="16246"/>
                  <a:pt x="529394" y="36286"/>
                </a:cubicBezTo>
                <a:cubicBezTo>
                  <a:pt x="529394" y="56326"/>
                  <a:pt x="513148" y="72572"/>
                  <a:pt x="493108" y="72572"/>
                </a:cubicBezTo>
                <a:cubicBezTo>
                  <a:pt x="473068" y="72572"/>
                  <a:pt x="456822" y="56326"/>
                  <a:pt x="456822" y="36286"/>
                </a:cubicBezTo>
                <a:cubicBezTo>
                  <a:pt x="456822" y="16246"/>
                  <a:pt x="473068" y="0"/>
                  <a:pt x="493108" y="0"/>
                </a:cubicBezTo>
                <a:close/>
                <a:moveTo>
                  <a:pt x="264697" y="0"/>
                </a:moveTo>
                <a:cubicBezTo>
                  <a:pt x="284737" y="0"/>
                  <a:pt x="300983" y="16246"/>
                  <a:pt x="300983" y="36286"/>
                </a:cubicBezTo>
                <a:cubicBezTo>
                  <a:pt x="300983" y="56326"/>
                  <a:pt x="284737" y="72572"/>
                  <a:pt x="264697" y="72572"/>
                </a:cubicBezTo>
                <a:cubicBezTo>
                  <a:pt x="244657" y="72572"/>
                  <a:pt x="228411" y="56326"/>
                  <a:pt x="228411" y="36286"/>
                </a:cubicBezTo>
                <a:cubicBezTo>
                  <a:pt x="228411" y="16246"/>
                  <a:pt x="244657" y="0"/>
                  <a:pt x="264697" y="0"/>
                </a:cubicBezTo>
                <a:close/>
                <a:moveTo>
                  <a:pt x="36286" y="0"/>
                </a:moveTo>
                <a:cubicBezTo>
                  <a:pt x="56326" y="0"/>
                  <a:pt x="72572" y="16246"/>
                  <a:pt x="72572" y="36286"/>
                </a:cubicBezTo>
                <a:cubicBezTo>
                  <a:pt x="72572" y="56326"/>
                  <a:pt x="56326" y="72572"/>
                  <a:pt x="36286" y="72572"/>
                </a:cubicBezTo>
                <a:cubicBezTo>
                  <a:pt x="16246" y="72572"/>
                  <a:pt x="0" y="56326"/>
                  <a:pt x="0" y="36286"/>
                </a:cubicBezTo>
                <a:cubicBezTo>
                  <a:pt x="0" y="16246"/>
                  <a:pt x="16246" y="0"/>
                  <a:pt x="36286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850265" y="2447925"/>
            <a:ext cx="10496550" cy="1151890"/>
          </a:xfrm>
        </p:spPr>
        <p:txBody>
          <a:bodyPr wrap="square" anchor="b">
            <a:normAutofit/>
          </a:bodyPr>
          <a:lstStyle>
            <a:lvl1pPr algn="ctr">
              <a:defRPr sz="54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1526400" y="3708000"/>
            <a:ext cx="9144000" cy="936000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+mj-lt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5016000" y="1692000"/>
            <a:ext cx="216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bg2">
                  <a:lumMod val="90000"/>
                </a:schemeClr>
              </a:gs>
              <a:gs pos="0">
                <a:schemeClr val="bg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0851"/>
          <a:stretch>
            <a:fillRect/>
          </a:stretch>
        </p:blipFill>
        <p:spPr>
          <a:xfrm>
            <a:off x="84239" y="3645603"/>
            <a:ext cx="3743864" cy="3115513"/>
          </a:xfrm>
          <a:prstGeom prst="rect">
            <a:avLst/>
          </a:prstGeom>
        </p:spPr>
      </p:pic>
      <p:sp>
        <p:nvSpPr>
          <p:cNvPr id="21" name="任意多边形: 形状 20"/>
          <p:cNvSpPr/>
          <p:nvPr userDrawn="1">
            <p:custDataLst>
              <p:tags r:id="rId6"/>
            </p:custDataLst>
          </p:nvPr>
        </p:nvSpPr>
        <p:spPr>
          <a:xfrm rot="1800000">
            <a:off x="7802720" y="2042297"/>
            <a:ext cx="4918716" cy="6479421"/>
          </a:xfrm>
          <a:custGeom>
            <a:avLst/>
            <a:gdLst>
              <a:gd name="connsiteX0" fmla="*/ 108793 w 4918716"/>
              <a:gd name="connsiteY0" fmla="*/ 42142 h 6479421"/>
              <a:gd name="connsiteX1" fmla="*/ 246757 w 4918716"/>
              <a:gd name="connsiteY1" fmla="*/ 0 h 6479421"/>
              <a:gd name="connsiteX2" fmla="*/ 2817393 w 4918716"/>
              <a:gd name="connsiteY2" fmla="*/ 0 h 6479421"/>
              <a:gd name="connsiteX3" fmla="*/ 4918716 w 4918716"/>
              <a:gd name="connsiteY3" fmla="*/ 3639599 h 6479421"/>
              <a:gd name="connsiteX4" fmla="*/ 0 w 4918716"/>
              <a:gd name="connsiteY4" fmla="*/ 6479421 h 6479421"/>
              <a:gd name="connsiteX5" fmla="*/ 0 w 4918716"/>
              <a:gd name="connsiteY5" fmla="*/ 246757 h 6479421"/>
              <a:gd name="connsiteX6" fmla="*/ 108793 w 4918716"/>
              <a:gd name="connsiteY6" fmla="*/ 42142 h 647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18716" h="6479421">
                <a:moveTo>
                  <a:pt x="108793" y="42142"/>
                </a:moveTo>
                <a:cubicBezTo>
                  <a:pt x="148175" y="15536"/>
                  <a:pt x="195652" y="0"/>
                  <a:pt x="246757" y="0"/>
                </a:cubicBezTo>
                <a:lnTo>
                  <a:pt x="2817393" y="0"/>
                </a:lnTo>
                <a:lnTo>
                  <a:pt x="4918716" y="3639599"/>
                </a:lnTo>
                <a:lnTo>
                  <a:pt x="0" y="6479421"/>
                </a:lnTo>
                <a:lnTo>
                  <a:pt x="0" y="246757"/>
                </a:lnTo>
                <a:cubicBezTo>
                  <a:pt x="1" y="161582"/>
                  <a:pt x="43155" y="86486"/>
                  <a:pt x="108793" y="42142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22225">
            <a:gradFill flip="none" rotWithShape="1">
              <a:gsLst>
                <a:gs pos="0">
                  <a:schemeClr val="bg1"/>
                </a:gs>
                <a:gs pos="37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7"/>
            </p:custDataLst>
          </p:nvPr>
        </p:nvSpPr>
        <p:spPr>
          <a:xfrm rot="19800000" flipV="1">
            <a:off x="11131111" y="-459711"/>
            <a:ext cx="1288604" cy="2053526"/>
          </a:xfrm>
          <a:custGeom>
            <a:avLst/>
            <a:gdLst>
              <a:gd name="connsiteX0" fmla="*/ 0 w 1288604"/>
              <a:gd name="connsiteY0" fmla="*/ 2053526 h 2053526"/>
              <a:gd name="connsiteX1" fmla="*/ 1288604 w 1288604"/>
              <a:gd name="connsiteY1" fmla="*/ 1309550 h 2053526"/>
              <a:gd name="connsiteX2" fmla="*/ 532535 w 1288604"/>
              <a:gd name="connsiteY2" fmla="*/ 0 h 2053526"/>
              <a:gd name="connsiteX3" fmla="*/ 205325 w 1288604"/>
              <a:gd name="connsiteY3" fmla="*/ 0 h 2053526"/>
              <a:gd name="connsiteX4" fmla="*/ 90526 w 1288604"/>
              <a:gd name="connsiteY4" fmla="*/ 35066 h 2053526"/>
              <a:gd name="connsiteX5" fmla="*/ 0 w 1288604"/>
              <a:gd name="connsiteY5" fmla="*/ 205325 h 2053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8604" h="2053526">
                <a:moveTo>
                  <a:pt x="0" y="2053526"/>
                </a:moveTo>
                <a:lnTo>
                  <a:pt x="1288604" y="1309550"/>
                </a:lnTo>
                <a:lnTo>
                  <a:pt x="532535" y="0"/>
                </a:lnTo>
                <a:lnTo>
                  <a:pt x="205325" y="0"/>
                </a:lnTo>
                <a:cubicBezTo>
                  <a:pt x="162801" y="0"/>
                  <a:pt x="123296" y="12927"/>
                  <a:pt x="90526" y="35066"/>
                </a:cubicBezTo>
                <a:cubicBezTo>
                  <a:pt x="35909" y="71965"/>
                  <a:pt x="1" y="134452"/>
                  <a:pt x="0" y="205325"/>
                </a:cubicBezTo>
                <a:close/>
              </a:path>
            </a:pathLst>
          </a:custGeom>
          <a:solidFill>
            <a:schemeClr val="bg1">
              <a:alpha val="26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矩形: 圆角 1"/>
          <p:cNvSpPr/>
          <p:nvPr userDrawn="1">
            <p:custDataLst>
              <p:tags r:id="rId8"/>
            </p:custDataLst>
          </p:nvPr>
        </p:nvSpPr>
        <p:spPr>
          <a:xfrm>
            <a:off x="839470" y="1071245"/>
            <a:ext cx="10513060" cy="4691380"/>
          </a:xfrm>
          <a:prstGeom prst="roundRect">
            <a:avLst>
              <a:gd name="adj" fmla="val 10223"/>
            </a:avLst>
          </a:prstGeom>
          <a:solidFill>
            <a:schemeClr val="bg1"/>
          </a:solidFill>
          <a:ln>
            <a:noFill/>
          </a:ln>
          <a:effectLst>
            <a:outerShdw blurRad="254000" dist="254000" dir="2700000" algn="tl" rotWithShape="0">
              <a:schemeClr val="accent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2921635" y="1778635"/>
            <a:ext cx="6348730" cy="1800225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9664833" y="521712"/>
            <a:ext cx="2299845" cy="178106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47" r="12069" b="64856"/>
          <a:stretch>
            <a:fillRect/>
          </a:stretch>
        </p:blipFill>
        <p:spPr>
          <a:xfrm rot="16940163">
            <a:off x="990676" y="3913237"/>
            <a:ext cx="1540041" cy="232029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 rotWithShape="1"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0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245" r="35802"/>
          <a:stretch>
            <a:fillRect/>
          </a:stretch>
        </p:blipFill>
        <p:spPr>
          <a:xfrm>
            <a:off x="932629" y="3141379"/>
            <a:ext cx="1175942" cy="11635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80000"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175" y="1588"/>
            <a:ext cx="12192000" cy="2847975"/>
          </a:xfrm>
          <a:prstGeom prst="rect">
            <a:avLst/>
          </a:prstGeom>
        </p:spPr>
      </p:pic>
      <p:sp>
        <p:nvSpPr>
          <p:cNvPr id="12" name="图形 21"/>
          <p:cNvSpPr/>
          <p:nvPr userDrawn="1">
            <p:custDataLst>
              <p:tags r:id="rId5"/>
            </p:custDataLst>
          </p:nvPr>
        </p:nvSpPr>
        <p:spPr>
          <a:xfrm flipV="1">
            <a:off x="1661060" y="-396117"/>
            <a:ext cx="9559390" cy="2840095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4"/>
            <a:ext cx="12188825" cy="2888252"/>
          </a:xfrm>
          <a:prstGeom prst="rect">
            <a:avLst/>
          </a:prstGeom>
        </p:spPr>
      </p:pic>
      <p:sp>
        <p:nvSpPr>
          <p:cNvPr id="4" name="矩形 3"/>
          <p:cNvSpPr/>
          <p:nvPr userDrawn="1">
            <p:custDataLst>
              <p:tags r:id="rId8"/>
            </p:custDataLst>
          </p:nvPr>
        </p:nvSpPr>
        <p:spPr>
          <a:xfrm>
            <a:off x="3175" y="-635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01738" y="565200"/>
            <a:ext cx="7770812" cy="16255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 dirty="0"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5" hasCustomPrompt="1"/>
            <p:custDataLst>
              <p:tags r:id="rId3"/>
            </p:custDataLst>
          </p:nvPr>
        </p:nvSpPr>
        <p:spPr>
          <a:xfrm>
            <a:off x="1089025" y="2258695"/>
            <a:ext cx="1838325" cy="18618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1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noFill/>
                <a:latin typeface="+mn-lt"/>
              </a:defRPr>
            </a:lvl1pPr>
          </a:lstStyle>
          <a:p>
            <a:pPr lvl="0" algn="r"/>
            <a:r>
              <a:rPr dirty="0">
                <a:sym typeface="+mn-ea"/>
              </a:rPr>
              <a:t>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4" hasCustomPrompt="1"/>
            <p:custDataLst>
              <p:tags r:id="rId4"/>
            </p:custDataLst>
          </p:nvPr>
        </p:nvSpPr>
        <p:spPr>
          <a:xfrm>
            <a:off x="3218815" y="2044700"/>
            <a:ext cx="7991475" cy="2274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50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lang="en-US"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5" name="任意多边形 14"/>
          <p:cNvSpPr/>
          <p:nvPr>
            <p:custDataLst>
              <p:tags r:id="rId5"/>
            </p:custDataLst>
          </p:nvPr>
        </p:nvSpPr>
        <p:spPr>
          <a:xfrm>
            <a:off x="-4445" y="5634587"/>
            <a:ext cx="12195810" cy="1232773"/>
          </a:xfrm>
          <a:custGeom>
            <a:avLst/>
            <a:gdLst>
              <a:gd name="connsiteX0" fmla="*/ 0 w 19206"/>
              <a:gd name="connsiteY0" fmla="*/ 283 h 1941"/>
              <a:gd name="connsiteX1" fmla="*/ 5107 w 19206"/>
              <a:gd name="connsiteY1" fmla="*/ 655 h 1941"/>
              <a:gd name="connsiteX2" fmla="*/ 19206 w 19206"/>
              <a:gd name="connsiteY2" fmla="*/ 1591 h 1941"/>
              <a:gd name="connsiteX3" fmla="*/ 19206 w 19206"/>
              <a:gd name="connsiteY3" fmla="*/ 1941 h 1941"/>
              <a:gd name="connsiteX4" fmla="*/ 7 w 19206"/>
              <a:gd name="connsiteY4" fmla="*/ 1941 h 1941"/>
              <a:gd name="connsiteX5" fmla="*/ 0 w 19206"/>
              <a:gd name="connsiteY5" fmla="*/ 283 h 1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6" h="1941">
                <a:moveTo>
                  <a:pt x="0" y="283"/>
                </a:moveTo>
                <a:cubicBezTo>
                  <a:pt x="943" y="76"/>
                  <a:pt x="2511" y="-388"/>
                  <a:pt x="5107" y="655"/>
                </a:cubicBezTo>
                <a:cubicBezTo>
                  <a:pt x="7703" y="1697"/>
                  <a:pt x="10626" y="1762"/>
                  <a:pt x="19206" y="1591"/>
                </a:cubicBezTo>
                <a:lnTo>
                  <a:pt x="19206" y="1941"/>
                </a:lnTo>
                <a:lnTo>
                  <a:pt x="7" y="1941"/>
                </a:lnTo>
                <a:lnTo>
                  <a:pt x="0" y="283"/>
                </a:lnTo>
                <a:close/>
              </a:path>
            </a:pathLst>
          </a:custGeom>
          <a:gradFill>
            <a:gsLst>
              <a:gs pos="22000">
                <a:schemeClr val="accent1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lt1"/>
              </a:solidFill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任意多边形 15"/>
          <p:cNvSpPr/>
          <p:nvPr>
            <p:custDataLst>
              <p:tags r:id="rId6"/>
            </p:custDataLst>
          </p:nvPr>
        </p:nvSpPr>
        <p:spPr>
          <a:xfrm flipH="1">
            <a:off x="-19685" y="5432425"/>
            <a:ext cx="12192000" cy="1427480"/>
          </a:xfrm>
          <a:custGeom>
            <a:avLst/>
            <a:gdLst>
              <a:gd name="connsiteX0" fmla="*/ 0 w 19200"/>
              <a:gd name="connsiteY0" fmla="*/ 747 h 2557"/>
              <a:gd name="connsiteX1" fmla="*/ 3975 w 19200"/>
              <a:gd name="connsiteY1" fmla="*/ 106 h 2557"/>
              <a:gd name="connsiteX2" fmla="*/ 19200 w 19200"/>
              <a:gd name="connsiteY2" fmla="*/ 2160 h 2557"/>
              <a:gd name="connsiteX3" fmla="*/ 19200 w 19200"/>
              <a:gd name="connsiteY3" fmla="*/ 2558 h 2557"/>
              <a:gd name="connsiteX4" fmla="*/ 1 w 19200"/>
              <a:gd name="connsiteY4" fmla="*/ 2558 h 2557"/>
              <a:gd name="connsiteX5" fmla="*/ 0 w 19200"/>
              <a:gd name="connsiteY5" fmla="*/ 747 h 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0" h="2558">
                <a:moveTo>
                  <a:pt x="0" y="747"/>
                </a:moveTo>
                <a:cubicBezTo>
                  <a:pt x="203" y="607"/>
                  <a:pt x="1793" y="-305"/>
                  <a:pt x="3975" y="106"/>
                </a:cubicBezTo>
                <a:cubicBezTo>
                  <a:pt x="6157" y="517"/>
                  <a:pt x="7452" y="2105"/>
                  <a:pt x="19200" y="2160"/>
                </a:cubicBezTo>
                <a:lnTo>
                  <a:pt x="19200" y="2558"/>
                </a:lnTo>
                <a:lnTo>
                  <a:pt x="1" y="2558"/>
                </a:lnTo>
                <a:lnTo>
                  <a:pt x="0" y="747"/>
                </a:lnTo>
                <a:close/>
              </a:path>
            </a:pathLst>
          </a:custGeom>
          <a:gradFill>
            <a:gsLst>
              <a:gs pos="32000">
                <a:schemeClr val="accent1">
                  <a:alpha val="20000"/>
                </a:schemeClr>
              </a:gs>
              <a:gs pos="90000">
                <a:schemeClr val="accent3">
                  <a:lumMod val="40000"/>
                  <a:lumOff val="60000"/>
                  <a:alpha val="64000"/>
                </a:schemeClr>
              </a:gs>
            </a:gsLst>
            <a:lin ang="52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lt1"/>
              </a:solidFill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任意多边形 21"/>
          <p:cNvSpPr/>
          <p:nvPr>
            <p:custDataLst>
              <p:tags r:id="rId7"/>
            </p:custDataLst>
          </p:nvPr>
        </p:nvSpPr>
        <p:spPr>
          <a:xfrm flipH="1">
            <a:off x="-23495" y="5995035"/>
            <a:ext cx="12214860" cy="873125"/>
          </a:xfrm>
          <a:custGeom>
            <a:avLst/>
            <a:gdLst>
              <a:gd name="connsiteX0" fmla="*/ 0 w 19206"/>
              <a:gd name="connsiteY0" fmla="*/ 534 h 1465"/>
              <a:gd name="connsiteX1" fmla="*/ 5787 w 19206"/>
              <a:gd name="connsiteY1" fmla="*/ 384 h 1465"/>
              <a:gd name="connsiteX2" fmla="*/ 19206 w 19206"/>
              <a:gd name="connsiteY2" fmla="*/ 553 h 1465"/>
              <a:gd name="connsiteX3" fmla="*/ 19206 w 19206"/>
              <a:gd name="connsiteY3" fmla="*/ 1465 h 1465"/>
              <a:gd name="connsiteX4" fmla="*/ 7 w 19206"/>
              <a:gd name="connsiteY4" fmla="*/ 1465 h 1465"/>
              <a:gd name="connsiteX5" fmla="*/ 0 w 19206"/>
              <a:gd name="connsiteY5" fmla="*/ 534 h 1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6" h="1465">
                <a:moveTo>
                  <a:pt x="0" y="534"/>
                </a:moveTo>
                <a:cubicBezTo>
                  <a:pt x="1073" y="-26"/>
                  <a:pt x="3196" y="-252"/>
                  <a:pt x="5787" y="384"/>
                </a:cubicBezTo>
                <a:cubicBezTo>
                  <a:pt x="8378" y="1020"/>
                  <a:pt x="15553" y="1551"/>
                  <a:pt x="19206" y="553"/>
                </a:cubicBezTo>
                <a:lnTo>
                  <a:pt x="19206" y="1465"/>
                </a:lnTo>
                <a:lnTo>
                  <a:pt x="7" y="1465"/>
                </a:lnTo>
                <a:lnTo>
                  <a:pt x="0" y="53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60000"/>
                </a:schemeClr>
              </a:gs>
              <a:gs pos="78000">
                <a:schemeClr val="accent3">
                  <a:lumMod val="20000"/>
                  <a:lumOff val="80000"/>
                  <a:alpha val="25000"/>
                </a:schemeClr>
              </a:gs>
            </a:gsLst>
            <a:lin ang="4200000" scaled="0"/>
          </a:gradFill>
          <a:ln>
            <a:noFill/>
          </a:ln>
          <a:effectLst>
            <a:outerShdw blurRad="177800" dist="508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sz="1800" kern="1200">
                <a:solidFill>
                  <a:schemeClr val="dk1"/>
                </a:solidFill>
                <a:cs typeface="Arial" panose="020B0604020202020204" pitchFamily="34" charset="0"/>
                <a:sym typeface="+mn-ea"/>
              </a:rPr>
              <a:t> </a:t>
            </a:r>
            <a:endParaRPr lang="en-US" sz="1800" kern="1200">
              <a:solidFill>
                <a:schemeClr val="dk1"/>
              </a:solidFill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0000">
                <a:schemeClr val="bg2">
                  <a:lumMod val="90000"/>
                </a:schemeClr>
              </a:gs>
              <a:gs pos="38000">
                <a:schemeClr val="bg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40105" y="565150"/>
            <a:ext cx="5596255" cy="1081405"/>
          </a:xfrm>
        </p:spPr>
        <p:txBody>
          <a:bodyPr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gradFill>
                  <a:gsLst>
                    <a:gs pos="7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06" t="21656" r="5455"/>
          <a:stretch>
            <a:fillRect/>
          </a:stretch>
        </p:blipFill>
        <p:spPr>
          <a:xfrm>
            <a:off x="8915399" y="0"/>
            <a:ext cx="3276601" cy="28125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245" r="35802"/>
          <a:stretch>
            <a:fillRect/>
          </a:stretch>
        </p:blipFill>
        <p:spPr>
          <a:xfrm>
            <a:off x="9232895" y="370890"/>
            <a:ext cx="1320804" cy="130691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716" b="79078"/>
          <a:stretch>
            <a:fillRect/>
          </a:stretch>
        </p:blipFill>
        <p:spPr>
          <a:xfrm>
            <a:off x="11060495" y="1159069"/>
            <a:ext cx="482604" cy="489843"/>
          </a:xfrm>
          <a:prstGeom prst="rect">
            <a:avLst/>
          </a:prstGeom>
        </p:spPr>
      </p:pic>
      <p:sp>
        <p:nvSpPr>
          <p:cNvPr id="4" name="矩形: 单圆角 6"/>
          <p:cNvSpPr/>
          <p:nvPr userDrawn="1">
            <p:custDataLst>
              <p:tags r:id="rId15"/>
            </p:custDataLst>
          </p:nvPr>
        </p:nvSpPr>
        <p:spPr>
          <a:xfrm>
            <a:off x="2540" y="1845310"/>
            <a:ext cx="12189460" cy="5012690"/>
          </a:xfrm>
          <a:prstGeom prst="round1Rect">
            <a:avLst>
              <a:gd name="adj" fmla="val 17875"/>
            </a:avLst>
          </a:prstGeom>
          <a:solidFill>
            <a:schemeClr val="bg1">
              <a:alpha val="75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49-2186&amp;734" descr="preencoded.png"/>
          <p:cNvSpPr/>
          <p:nvPr userDrawn="1">
            <p:custDataLst>
              <p:tags r:id="rId2"/>
            </p:custDataLst>
          </p:nvPr>
        </p:nvSpPr>
        <p:spPr>
          <a:xfrm>
            <a:off x="9625407" y="914400"/>
            <a:ext cx="2566593" cy="2615184"/>
          </a:xfrm>
          <a:custGeom>
            <a:avLst/>
            <a:gdLst>
              <a:gd name="connsiteX0" fmla="*/ 0 w 2566593"/>
              <a:gd name="connsiteY0" fmla="*/ 0 h 2615184"/>
              <a:gd name="connsiteX1" fmla="*/ 2566593 w 2566593"/>
              <a:gd name="connsiteY1" fmla="*/ 0 h 2615184"/>
              <a:gd name="connsiteX2" fmla="*/ 2566593 w 2566593"/>
              <a:gd name="connsiteY2" fmla="*/ 2615184 h 2615184"/>
              <a:gd name="connsiteX3" fmla="*/ 0 w 2566593"/>
              <a:gd name="connsiteY3" fmla="*/ 2615184 h 261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593" h="2615184">
                <a:moveTo>
                  <a:pt x="0" y="0"/>
                </a:moveTo>
                <a:lnTo>
                  <a:pt x="2566593" y="0"/>
                </a:lnTo>
                <a:lnTo>
                  <a:pt x="2566593" y="2615184"/>
                </a:lnTo>
                <a:lnTo>
                  <a:pt x="0" y="2615184"/>
                </a:lnTo>
                <a:close/>
              </a:path>
            </a:pathLst>
          </a:custGeom>
          <a:gradFill>
            <a:gsLst>
              <a:gs pos="19361">
                <a:schemeClr val="accent2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1"/>
          </a:gra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Ellipse 37-2186&amp;742" descr="preencoded.png"/>
          <p:cNvSpPr/>
          <p:nvPr>
            <p:custDataLst>
              <p:tags r:id="rId3"/>
            </p:custDataLst>
          </p:nvPr>
        </p:nvSpPr>
        <p:spPr>
          <a:xfrm>
            <a:off x="7388352" y="5979504"/>
            <a:ext cx="1892808" cy="878496"/>
          </a:xfrm>
          <a:custGeom>
            <a:avLst/>
            <a:gdLst>
              <a:gd name="connsiteX0" fmla="*/ 946404 w 1892808"/>
              <a:gd name="connsiteY0" fmla="*/ 878496 h 878496"/>
              <a:gd name="connsiteX1" fmla="*/ 0 w 1892808"/>
              <a:gd name="connsiteY1" fmla="*/ 878496 h 878496"/>
              <a:gd name="connsiteX2" fmla="*/ 72041 w 1892808"/>
              <a:gd name="connsiteY2" fmla="*/ 542310 h 878496"/>
              <a:gd name="connsiteX3" fmla="*/ 277195 w 1892808"/>
              <a:gd name="connsiteY3" fmla="*/ 257306 h 878496"/>
              <a:gd name="connsiteX4" fmla="*/ 584231 w 1892808"/>
              <a:gd name="connsiteY4" fmla="*/ 66872 h 878496"/>
              <a:gd name="connsiteX5" fmla="*/ 946404 w 1892808"/>
              <a:gd name="connsiteY5" fmla="*/ 0 h 878496"/>
              <a:gd name="connsiteX6" fmla="*/ 1308578 w 1892808"/>
              <a:gd name="connsiteY6" fmla="*/ 66872 h 878496"/>
              <a:gd name="connsiteX7" fmla="*/ 1615607 w 1892808"/>
              <a:gd name="connsiteY7" fmla="*/ 257306 h 878496"/>
              <a:gd name="connsiteX8" fmla="*/ 1820767 w 1892808"/>
              <a:gd name="connsiteY8" fmla="*/ 542310 h 878496"/>
              <a:gd name="connsiteX9" fmla="*/ 1892808 w 1892808"/>
              <a:gd name="connsiteY9" fmla="*/ 878496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8496">
                <a:moveTo>
                  <a:pt x="946404" y="878496"/>
                </a:move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79" name="任意多边形: 形状 78" descr="preencoded.png"/>
          <p:cNvSpPr/>
          <p:nvPr>
            <p:custDataLst>
              <p:tags r:id="rId4"/>
            </p:custDataLst>
          </p:nvPr>
        </p:nvSpPr>
        <p:spPr>
          <a:xfrm>
            <a:off x="1" y="0"/>
            <a:ext cx="2095873" cy="914400"/>
          </a:xfrm>
          <a:custGeom>
            <a:avLst/>
            <a:gdLst>
              <a:gd name="connsiteX0" fmla="*/ 0 w 2095873"/>
              <a:gd name="connsiteY0" fmla="*/ 0 h 914400"/>
              <a:gd name="connsiteX1" fmla="*/ 2095873 w 2095873"/>
              <a:gd name="connsiteY1" fmla="*/ 0 h 914400"/>
              <a:gd name="connsiteX2" fmla="*/ 2042749 w 2095873"/>
              <a:gd name="connsiteY2" fmla="*/ 112323 h 914400"/>
              <a:gd name="connsiteX3" fmla="*/ 1777581 w 2095873"/>
              <a:gd name="connsiteY3" fmla="*/ 469891 h 914400"/>
              <a:gd name="connsiteX4" fmla="*/ 1285340 w 2095873"/>
              <a:gd name="connsiteY4" fmla="*/ 798876 h 914400"/>
              <a:gd name="connsiteX5" fmla="*/ 704689 w 2095873"/>
              <a:gd name="connsiteY5" fmla="*/ 914400 h 914400"/>
              <a:gd name="connsiteX6" fmla="*/ 124042 w 2095873"/>
              <a:gd name="connsiteY6" fmla="*/ 798876 h 914400"/>
              <a:gd name="connsiteX7" fmla="*/ 0 w 2095873"/>
              <a:gd name="connsiteY7" fmla="*/ 740186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873" h="914400">
                <a:moveTo>
                  <a:pt x="0" y="0"/>
                </a:moveTo>
                <a:lnTo>
                  <a:pt x="2095873" y="0"/>
                </a:lnTo>
                <a:lnTo>
                  <a:pt x="2042749" y="112323"/>
                </a:lnTo>
                <a:cubicBezTo>
                  <a:pt x="1972540" y="243663"/>
                  <a:pt x="1883256" y="364196"/>
                  <a:pt x="1777581" y="469891"/>
                </a:cubicBezTo>
                <a:cubicBezTo>
                  <a:pt x="1636694" y="610818"/>
                  <a:pt x="1469423" y="722607"/>
                  <a:pt x="1285340" y="798876"/>
                </a:cubicBezTo>
                <a:cubicBezTo>
                  <a:pt x="1101249" y="875144"/>
                  <a:pt x="903945" y="914400"/>
                  <a:pt x="704689" y="914400"/>
                </a:cubicBezTo>
                <a:cubicBezTo>
                  <a:pt x="505434" y="914400"/>
                  <a:pt x="308130" y="875144"/>
                  <a:pt x="124042" y="798876"/>
                </a:cubicBezTo>
                <a:lnTo>
                  <a:pt x="0" y="740186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4" name="椭圆 53"/>
          <p:cNvSpPr/>
          <p:nvPr>
            <p:custDataLst>
              <p:tags r:id="rId5"/>
            </p:custDataLst>
          </p:nvPr>
        </p:nvSpPr>
        <p:spPr>
          <a:xfrm>
            <a:off x="9775190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5" name="椭圆 54"/>
          <p:cNvSpPr/>
          <p:nvPr>
            <p:custDataLst>
              <p:tags r:id="rId6"/>
            </p:custDataLst>
          </p:nvPr>
        </p:nvSpPr>
        <p:spPr>
          <a:xfrm>
            <a:off x="1015428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6" name="椭圆 55"/>
          <p:cNvSpPr/>
          <p:nvPr>
            <p:custDataLst>
              <p:tags r:id="rId7"/>
            </p:custDataLst>
          </p:nvPr>
        </p:nvSpPr>
        <p:spPr>
          <a:xfrm>
            <a:off x="1053338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7" name="椭圆 56"/>
          <p:cNvSpPr/>
          <p:nvPr>
            <p:custDataLst>
              <p:tags r:id="rId8"/>
            </p:custDataLst>
          </p:nvPr>
        </p:nvSpPr>
        <p:spPr>
          <a:xfrm>
            <a:off x="1091247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8" name="椭圆 57"/>
          <p:cNvSpPr/>
          <p:nvPr>
            <p:custDataLst>
              <p:tags r:id="rId9"/>
            </p:custDataLst>
          </p:nvPr>
        </p:nvSpPr>
        <p:spPr>
          <a:xfrm>
            <a:off x="1129157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9" name="椭圆 58"/>
          <p:cNvSpPr/>
          <p:nvPr>
            <p:custDataLst>
              <p:tags r:id="rId10"/>
            </p:custDataLst>
          </p:nvPr>
        </p:nvSpPr>
        <p:spPr>
          <a:xfrm>
            <a:off x="11670665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8" name="椭圆 47"/>
          <p:cNvSpPr/>
          <p:nvPr>
            <p:custDataLst>
              <p:tags r:id="rId11"/>
            </p:custDataLst>
          </p:nvPr>
        </p:nvSpPr>
        <p:spPr>
          <a:xfrm>
            <a:off x="9775190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9" name="椭圆 48"/>
          <p:cNvSpPr/>
          <p:nvPr>
            <p:custDataLst>
              <p:tags r:id="rId12"/>
            </p:custDataLst>
          </p:nvPr>
        </p:nvSpPr>
        <p:spPr>
          <a:xfrm>
            <a:off x="1015428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0" name="椭圆 49"/>
          <p:cNvSpPr/>
          <p:nvPr>
            <p:custDataLst>
              <p:tags r:id="rId13"/>
            </p:custDataLst>
          </p:nvPr>
        </p:nvSpPr>
        <p:spPr>
          <a:xfrm>
            <a:off x="1053338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1" name="椭圆 50"/>
          <p:cNvSpPr/>
          <p:nvPr>
            <p:custDataLst>
              <p:tags r:id="rId14"/>
            </p:custDataLst>
          </p:nvPr>
        </p:nvSpPr>
        <p:spPr>
          <a:xfrm>
            <a:off x="1091247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2" name="椭圆 51"/>
          <p:cNvSpPr/>
          <p:nvPr>
            <p:custDataLst>
              <p:tags r:id="rId15"/>
            </p:custDataLst>
          </p:nvPr>
        </p:nvSpPr>
        <p:spPr>
          <a:xfrm>
            <a:off x="1129157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3" name="椭圆 52"/>
          <p:cNvSpPr/>
          <p:nvPr>
            <p:custDataLst>
              <p:tags r:id="rId16"/>
            </p:custDataLst>
          </p:nvPr>
        </p:nvSpPr>
        <p:spPr>
          <a:xfrm>
            <a:off x="11670665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2" name="椭圆 41"/>
          <p:cNvSpPr/>
          <p:nvPr>
            <p:custDataLst>
              <p:tags r:id="rId17"/>
            </p:custDataLst>
          </p:nvPr>
        </p:nvSpPr>
        <p:spPr>
          <a:xfrm>
            <a:off x="9775190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3" name="椭圆 42"/>
          <p:cNvSpPr/>
          <p:nvPr>
            <p:custDataLst>
              <p:tags r:id="rId18"/>
            </p:custDataLst>
          </p:nvPr>
        </p:nvSpPr>
        <p:spPr>
          <a:xfrm>
            <a:off x="1015428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4" name="椭圆 43"/>
          <p:cNvSpPr/>
          <p:nvPr>
            <p:custDataLst>
              <p:tags r:id="rId19"/>
            </p:custDataLst>
          </p:nvPr>
        </p:nvSpPr>
        <p:spPr>
          <a:xfrm>
            <a:off x="1053338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5" name="椭圆 44"/>
          <p:cNvSpPr/>
          <p:nvPr>
            <p:custDataLst>
              <p:tags r:id="rId20"/>
            </p:custDataLst>
          </p:nvPr>
        </p:nvSpPr>
        <p:spPr>
          <a:xfrm>
            <a:off x="1091247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6" name="椭圆 45"/>
          <p:cNvSpPr/>
          <p:nvPr>
            <p:custDataLst>
              <p:tags r:id="rId21"/>
            </p:custDataLst>
          </p:nvPr>
        </p:nvSpPr>
        <p:spPr>
          <a:xfrm>
            <a:off x="1129157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7" name="椭圆 46"/>
          <p:cNvSpPr/>
          <p:nvPr>
            <p:custDataLst>
              <p:tags r:id="rId22"/>
            </p:custDataLst>
          </p:nvPr>
        </p:nvSpPr>
        <p:spPr>
          <a:xfrm>
            <a:off x="11670665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6" name="椭圆 35"/>
          <p:cNvSpPr/>
          <p:nvPr>
            <p:custDataLst>
              <p:tags r:id="rId23"/>
            </p:custDataLst>
          </p:nvPr>
        </p:nvSpPr>
        <p:spPr>
          <a:xfrm>
            <a:off x="9775190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7" name="椭圆 36"/>
          <p:cNvSpPr/>
          <p:nvPr>
            <p:custDataLst>
              <p:tags r:id="rId24"/>
            </p:custDataLst>
          </p:nvPr>
        </p:nvSpPr>
        <p:spPr>
          <a:xfrm>
            <a:off x="1015428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8" name="椭圆 37"/>
          <p:cNvSpPr/>
          <p:nvPr>
            <p:custDataLst>
              <p:tags r:id="rId25"/>
            </p:custDataLst>
          </p:nvPr>
        </p:nvSpPr>
        <p:spPr>
          <a:xfrm>
            <a:off x="1053338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9" name="椭圆 38"/>
          <p:cNvSpPr/>
          <p:nvPr>
            <p:custDataLst>
              <p:tags r:id="rId26"/>
            </p:custDataLst>
          </p:nvPr>
        </p:nvSpPr>
        <p:spPr>
          <a:xfrm>
            <a:off x="1091247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0" name="椭圆 39"/>
          <p:cNvSpPr/>
          <p:nvPr>
            <p:custDataLst>
              <p:tags r:id="rId27"/>
            </p:custDataLst>
          </p:nvPr>
        </p:nvSpPr>
        <p:spPr>
          <a:xfrm>
            <a:off x="1129157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1" name="椭圆 40"/>
          <p:cNvSpPr/>
          <p:nvPr>
            <p:custDataLst>
              <p:tags r:id="rId28"/>
            </p:custDataLst>
          </p:nvPr>
        </p:nvSpPr>
        <p:spPr>
          <a:xfrm>
            <a:off x="11670665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0" name="椭圆 29"/>
          <p:cNvSpPr/>
          <p:nvPr>
            <p:custDataLst>
              <p:tags r:id="rId29"/>
            </p:custDataLst>
          </p:nvPr>
        </p:nvSpPr>
        <p:spPr>
          <a:xfrm>
            <a:off x="9775190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1" name="椭圆 30"/>
          <p:cNvSpPr/>
          <p:nvPr>
            <p:custDataLst>
              <p:tags r:id="rId30"/>
            </p:custDataLst>
          </p:nvPr>
        </p:nvSpPr>
        <p:spPr>
          <a:xfrm>
            <a:off x="1015428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2" name="椭圆 31"/>
          <p:cNvSpPr/>
          <p:nvPr>
            <p:custDataLst>
              <p:tags r:id="rId31"/>
            </p:custDataLst>
          </p:nvPr>
        </p:nvSpPr>
        <p:spPr>
          <a:xfrm>
            <a:off x="1053338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3" name="椭圆 32"/>
          <p:cNvSpPr/>
          <p:nvPr>
            <p:custDataLst>
              <p:tags r:id="rId32"/>
            </p:custDataLst>
          </p:nvPr>
        </p:nvSpPr>
        <p:spPr>
          <a:xfrm>
            <a:off x="1091247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4" name="椭圆 33"/>
          <p:cNvSpPr/>
          <p:nvPr>
            <p:custDataLst>
              <p:tags r:id="rId33"/>
            </p:custDataLst>
          </p:nvPr>
        </p:nvSpPr>
        <p:spPr>
          <a:xfrm>
            <a:off x="1129157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5" name="椭圆 34"/>
          <p:cNvSpPr/>
          <p:nvPr>
            <p:custDataLst>
              <p:tags r:id="rId34"/>
            </p:custDataLst>
          </p:nvPr>
        </p:nvSpPr>
        <p:spPr>
          <a:xfrm>
            <a:off x="11670665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椭圆 22"/>
          <p:cNvSpPr/>
          <p:nvPr>
            <p:custDataLst>
              <p:tags r:id="rId35"/>
            </p:custDataLst>
          </p:nvPr>
        </p:nvSpPr>
        <p:spPr>
          <a:xfrm>
            <a:off x="9775190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椭圆 24"/>
          <p:cNvSpPr/>
          <p:nvPr>
            <p:custDataLst>
              <p:tags r:id="rId36"/>
            </p:custDataLst>
          </p:nvPr>
        </p:nvSpPr>
        <p:spPr>
          <a:xfrm>
            <a:off x="1015428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6" name="椭圆 25"/>
          <p:cNvSpPr/>
          <p:nvPr>
            <p:custDataLst>
              <p:tags r:id="rId37"/>
            </p:custDataLst>
          </p:nvPr>
        </p:nvSpPr>
        <p:spPr>
          <a:xfrm>
            <a:off x="1053338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7" name="椭圆 26"/>
          <p:cNvSpPr/>
          <p:nvPr>
            <p:custDataLst>
              <p:tags r:id="rId38"/>
            </p:custDataLst>
          </p:nvPr>
        </p:nvSpPr>
        <p:spPr>
          <a:xfrm>
            <a:off x="1091247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8" name="椭圆 27"/>
          <p:cNvSpPr/>
          <p:nvPr>
            <p:custDataLst>
              <p:tags r:id="rId39"/>
            </p:custDataLst>
          </p:nvPr>
        </p:nvSpPr>
        <p:spPr>
          <a:xfrm>
            <a:off x="1129157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9" name="椭圆 28"/>
          <p:cNvSpPr/>
          <p:nvPr>
            <p:custDataLst>
              <p:tags r:id="rId40"/>
            </p:custDataLst>
          </p:nvPr>
        </p:nvSpPr>
        <p:spPr>
          <a:xfrm>
            <a:off x="11670665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2" name="椭圆 71"/>
          <p:cNvSpPr/>
          <p:nvPr>
            <p:custDataLst>
              <p:tags r:id="rId41"/>
            </p:custDataLst>
          </p:nvPr>
        </p:nvSpPr>
        <p:spPr>
          <a:xfrm>
            <a:off x="29019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3" name="椭圆 72"/>
          <p:cNvSpPr/>
          <p:nvPr>
            <p:custDataLst>
              <p:tags r:id="rId42"/>
            </p:custDataLst>
          </p:nvPr>
        </p:nvSpPr>
        <p:spPr>
          <a:xfrm>
            <a:off x="669290" y="2870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4" name="椭圆 73"/>
          <p:cNvSpPr/>
          <p:nvPr>
            <p:custDataLst>
              <p:tags r:id="rId43"/>
            </p:custDataLst>
          </p:nvPr>
        </p:nvSpPr>
        <p:spPr>
          <a:xfrm>
            <a:off x="104838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5" name="椭圆 74"/>
          <p:cNvSpPr/>
          <p:nvPr>
            <p:custDataLst>
              <p:tags r:id="rId44"/>
            </p:custDataLst>
          </p:nvPr>
        </p:nvSpPr>
        <p:spPr>
          <a:xfrm>
            <a:off x="1427480" y="2946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8" name="椭圆 67"/>
          <p:cNvSpPr/>
          <p:nvPr>
            <p:custDataLst>
              <p:tags r:id="rId45"/>
            </p:custDataLst>
          </p:nvPr>
        </p:nvSpPr>
        <p:spPr>
          <a:xfrm>
            <a:off x="29019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9" name="椭圆 68"/>
          <p:cNvSpPr/>
          <p:nvPr>
            <p:custDataLst>
              <p:tags r:id="rId46"/>
            </p:custDataLst>
          </p:nvPr>
        </p:nvSpPr>
        <p:spPr>
          <a:xfrm>
            <a:off x="669290" y="6661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0" name="椭圆 69"/>
          <p:cNvSpPr/>
          <p:nvPr>
            <p:custDataLst>
              <p:tags r:id="rId47"/>
            </p:custDataLst>
          </p:nvPr>
        </p:nvSpPr>
        <p:spPr>
          <a:xfrm>
            <a:off x="104838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1" name="椭圆 70"/>
          <p:cNvSpPr/>
          <p:nvPr>
            <p:custDataLst>
              <p:tags r:id="rId48"/>
            </p:custDataLst>
          </p:nvPr>
        </p:nvSpPr>
        <p:spPr>
          <a:xfrm>
            <a:off x="1427480" y="6737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4" name="椭圆 63"/>
          <p:cNvSpPr/>
          <p:nvPr>
            <p:custDataLst>
              <p:tags r:id="rId49"/>
            </p:custDataLst>
          </p:nvPr>
        </p:nvSpPr>
        <p:spPr>
          <a:xfrm>
            <a:off x="29019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5" name="椭圆 64"/>
          <p:cNvSpPr/>
          <p:nvPr>
            <p:custDataLst>
              <p:tags r:id="rId50"/>
            </p:custDataLst>
          </p:nvPr>
        </p:nvSpPr>
        <p:spPr>
          <a:xfrm>
            <a:off x="669290" y="10452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6" name="椭圆 65"/>
          <p:cNvSpPr/>
          <p:nvPr>
            <p:custDataLst>
              <p:tags r:id="rId51"/>
            </p:custDataLst>
          </p:nvPr>
        </p:nvSpPr>
        <p:spPr>
          <a:xfrm>
            <a:off x="104838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7" name="椭圆 66"/>
          <p:cNvSpPr/>
          <p:nvPr>
            <p:custDataLst>
              <p:tags r:id="rId52"/>
            </p:custDataLst>
          </p:nvPr>
        </p:nvSpPr>
        <p:spPr>
          <a:xfrm>
            <a:off x="1427480" y="10528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3"/>
            </p:custDataLst>
          </p:nvPr>
        </p:nvSpPr>
        <p:spPr>
          <a:xfrm>
            <a:off x="838200" y="1760220"/>
            <a:ext cx="7147560" cy="228409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7"/>
            </p:custDataLst>
          </p:nvPr>
        </p:nvSpPr>
        <p:spPr>
          <a:xfrm>
            <a:off x="842190" y="57218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 37-2186&amp;742" descr="preencoded.png"/>
          <p:cNvSpPr/>
          <p:nvPr userDrawn="1">
            <p:custDataLst>
              <p:tags r:id="rId2"/>
            </p:custDataLst>
          </p:nvPr>
        </p:nvSpPr>
        <p:spPr>
          <a:xfrm>
            <a:off x="7388352" y="5979504"/>
            <a:ext cx="1892808" cy="878496"/>
          </a:xfrm>
          <a:custGeom>
            <a:avLst/>
            <a:gdLst>
              <a:gd name="connsiteX0" fmla="*/ 946404 w 1892808"/>
              <a:gd name="connsiteY0" fmla="*/ 878496 h 878496"/>
              <a:gd name="connsiteX1" fmla="*/ 0 w 1892808"/>
              <a:gd name="connsiteY1" fmla="*/ 878496 h 878496"/>
              <a:gd name="connsiteX2" fmla="*/ 72041 w 1892808"/>
              <a:gd name="connsiteY2" fmla="*/ 542310 h 878496"/>
              <a:gd name="connsiteX3" fmla="*/ 277195 w 1892808"/>
              <a:gd name="connsiteY3" fmla="*/ 257306 h 878496"/>
              <a:gd name="connsiteX4" fmla="*/ 584231 w 1892808"/>
              <a:gd name="connsiteY4" fmla="*/ 66872 h 878496"/>
              <a:gd name="connsiteX5" fmla="*/ 946404 w 1892808"/>
              <a:gd name="connsiteY5" fmla="*/ 0 h 878496"/>
              <a:gd name="connsiteX6" fmla="*/ 1308578 w 1892808"/>
              <a:gd name="connsiteY6" fmla="*/ 66872 h 878496"/>
              <a:gd name="connsiteX7" fmla="*/ 1615607 w 1892808"/>
              <a:gd name="connsiteY7" fmla="*/ 257306 h 878496"/>
              <a:gd name="connsiteX8" fmla="*/ 1820767 w 1892808"/>
              <a:gd name="connsiteY8" fmla="*/ 542310 h 878496"/>
              <a:gd name="connsiteX9" fmla="*/ 1892808 w 1892808"/>
              <a:gd name="connsiteY9" fmla="*/ 878496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8496">
                <a:moveTo>
                  <a:pt x="946404" y="878496"/>
                </a:move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Rectangle 41649-2186&amp;734" descr="preencoded.png"/>
          <p:cNvSpPr/>
          <p:nvPr userDrawn="1">
            <p:custDataLst>
              <p:tags r:id="rId3"/>
            </p:custDataLst>
          </p:nvPr>
        </p:nvSpPr>
        <p:spPr>
          <a:xfrm>
            <a:off x="9625407" y="914400"/>
            <a:ext cx="2566593" cy="2615184"/>
          </a:xfrm>
          <a:custGeom>
            <a:avLst/>
            <a:gdLst>
              <a:gd name="connsiteX0" fmla="*/ 0 w 2566593"/>
              <a:gd name="connsiteY0" fmla="*/ 0 h 2615184"/>
              <a:gd name="connsiteX1" fmla="*/ 2566593 w 2566593"/>
              <a:gd name="connsiteY1" fmla="*/ 0 h 2615184"/>
              <a:gd name="connsiteX2" fmla="*/ 2566593 w 2566593"/>
              <a:gd name="connsiteY2" fmla="*/ 2615184 h 2615184"/>
              <a:gd name="connsiteX3" fmla="*/ 0 w 2566593"/>
              <a:gd name="connsiteY3" fmla="*/ 2615184 h 261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593" h="2615184">
                <a:moveTo>
                  <a:pt x="0" y="0"/>
                </a:moveTo>
                <a:lnTo>
                  <a:pt x="2566593" y="0"/>
                </a:lnTo>
                <a:lnTo>
                  <a:pt x="2566593" y="2615184"/>
                </a:lnTo>
                <a:lnTo>
                  <a:pt x="0" y="2615184"/>
                </a:lnTo>
                <a:close/>
              </a:path>
            </a:pathLst>
          </a:custGeom>
          <a:gradFill>
            <a:gsLst>
              <a:gs pos="19361">
                <a:schemeClr val="accent2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1"/>
          </a:gra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4" name="椭圆 53"/>
          <p:cNvSpPr/>
          <p:nvPr userDrawn="1">
            <p:custDataLst>
              <p:tags r:id="rId4"/>
            </p:custDataLst>
          </p:nvPr>
        </p:nvSpPr>
        <p:spPr>
          <a:xfrm>
            <a:off x="9775190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5" name="椭圆 54"/>
          <p:cNvSpPr/>
          <p:nvPr userDrawn="1">
            <p:custDataLst>
              <p:tags r:id="rId5"/>
            </p:custDataLst>
          </p:nvPr>
        </p:nvSpPr>
        <p:spPr>
          <a:xfrm>
            <a:off x="1015428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6" name="椭圆 55"/>
          <p:cNvSpPr/>
          <p:nvPr userDrawn="1">
            <p:custDataLst>
              <p:tags r:id="rId6"/>
            </p:custDataLst>
          </p:nvPr>
        </p:nvSpPr>
        <p:spPr>
          <a:xfrm>
            <a:off x="1053338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7" name="椭圆 56"/>
          <p:cNvSpPr/>
          <p:nvPr userDrawn="1">
            <p:custDataLst>
              <p:tags r:id="rId7"/>
            </p:custDataLst>
          </p:nvPr>
        </p:nvSpPr>
        <p:spPr>
          <a:xfrm>
            <a:off x="1091247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8" name="椭圆 57"/>
          <p:cNvSpPr/>
          <p:nvPr userDrawn="1">
            <p:custDataLst>
              <p:tags r:id="rId8"/>
            </p:custDataLst>
          </p:nvPr>
        </p:nvSpPr>
        <p:spPr>
          <a:xfrm>
            <a:off x="1129157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9" name="椭圆 58"/>
          <p:cNvSpPr/>
          <p:nvPr userDrawn="1">
            <p:custDataLst>
              <p:tags r:id="rId9"/>
            </p:custDataLst>
          </p:nvPr>
        </p:nvSpPr>
        <p:spPr>
          <a:xfrm>
            <a:off x="11670665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8" name="椭圆 47"/>
          <p:cNvSpPr/>
          <p:nvPr userDrawn="1">
            <p:custDataLst>
              <p:tags r:id="rId10"/>
            </p:custDataLst>
          </p:nvPr>
        </p:nvSpPr>
        <p:spPr>
          <a:xfrm>
            <a:off x="9775190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9" name="椭圆 48"/>
          <p:cNvSpPr/>
          <p:nvPr userDrawn="1">
            <p:custDataLst>
              <p:tags r:id="rId11"/>
            </p:custDataLst>
          </p:nvPr>
        </p:nvSpPr>
        <p:spPr>
          <a:xfrm>
            <a:off x="1015428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0" name="椭圆 49"/>
          <p:cNvSpPr/>
          <p:nvPr userDrawn="1">
            <p:custDataLst>
              <p:tags r:id="rId12"/>
            </p:custDataLst>
          </p:nvPr>
        </p:nvSpPr>
        <p:spPr>
          <a:xfrm>
            <a:off x="1053338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1" name="椭圆 50"/>
          <p:cNvSpPr/>
          <p:nvPr userDrawn="1">
            <p:custDataLst>
              <p:tags r:id="rId13"/>
            </p:custDataLst>
          </p:nvPr>
        </p:nvSpPr>
        <p:spPr>
          <a:xfrm>
            <a:off x="1091247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2" name="椭圆 51"/>
          <p:cNvSpPr/>
          <p:nvPr userDrawn="1">
            <p:custDataLst>
              <p:tags r:id="rId14"/>
            </p:custDataLst>
          </p:nvPr>
        </p:nvSpPr>
        <p:spPr>
          <a:xfrm>
            <a:off x="1129157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53" name="椭圆 52"/>
          <p:cNvSpPr/>
          <p:nvPr userDrawn="1">
            <p:custDataLst>
              <p:tags r:id="rId15"/>
            </p:custDataLst>
          </p:nvPr>
        </p:nvSpPr>
        <p:spPr>
          <a:xfrm>
            <a:off x="11670665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2" name="椭圆 41"/>
          <p:cNvSpPr/>
          <p:nvPr userDrawn="1">
            <p:custDataLst>
              <p:tags r:id="rId16"/>
            </p:custDataLst>
          </p:nvPr>
        </p:nvSpPr>
        <p:spPr>
          <a:xfrm>
            <a:off x="9775190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3" name="椭圆 42"/>
          <p:cNvSpPr/>
          <p:nvPr userDrawn="1">
            <p:custDataLst>
              <p:tags r:id="rId17"/>
            </p:custDataLst>
          </p:nvPr>
        </p:nvSpPr>
        <p:spPr>
          <a:xfrm>
            <a:off x="1015428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4" name="椭圆 43"/>
          <p:cNvSpPr/>
          <p:nvPr userDrawn="1">
            <p:custDataLst>
              <p:tags r:id="rId18"/>
            </p:custDataLst>
          </p:nvPr>
        </p:nvSpPr>
        <p:spPr>
          <a:xfrm>
            <a:off x="1053338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5" name="椭圆 44"/>
          <p:cNvSpPr/>
          <p:nvPr userDrawn="1">
            <p:custDataLst>
              <p:tags r:id="rId19"/>
            </p:custDataLst>
          </p:nvPr>
        </p:nvSpPr>
        <p:spPr>
          <a:xfrm>
            <a:off x="1091247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6" name="椭圆 45"/>
          <p:cNvSpPr/>
          <p:nvPr userDrawn="1">
            <p:custDataLst>
              <p:tags r:id="rId20"/>
            </p:custDataLst>
          </p:nvPr>
        </p:nvSpPr>
        <p:spPr>
          <a:xfrm>
            <a:off x="1129157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7" name="椭圆 46"/>
          <p:cNvSpPr/>
          <p:nvPr userDrawn="1">
            <p:custDataLst>
              <p:tags r:id="rId21"/>
            </p:custDataLst>
          </p:nvPr>
        </p:nvSpPr>
        <p:spPr>
          <a:xfrm>
            <a:off x="11670665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6" name="椭圆 35"/>
          <p:cNvSpPr/>
          <p:nvPr userDrawn="1">
            <p:custDataLst>
              <p:tags r:id="rId22"/>
            </p:custDataLst>
          </p:nvPr>
        </p:nvSpPr>
        <p:spPr>
          <a:xfrm>
            <a:off x="9775190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7" name="椭圆 36"/>
          <p:cNvSpPr/>
          <p:nvPr userDrawn="1">
            <p:custDataLst>
              <p:tags r:id="rId23"/>
            </p:custDataLst>
          </p:nvPr>
        </p:nvSpPr>
        <p:spPr>
          <a:xfrm>
            <a:off x="1015428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8" name="椭圆 37"/>
          <p:cNvSpPr/>
          <p:nvPr userDrawn="1">
            <p:custDataLst>
              <p:tags r:id="rId24"/>
            </p:custDataLst>
          </p:nvPr>
        </p:nvSpPr>
        <p:spPr>
          <a:xfrm>
            <a:off x="1053338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9" name="椭圆 38"/>
          <p:cNvSpPr/>
          <p:nvPr userDrawn="1">
            <p:custDataLst>
              <p:tags r:id="rId25"/>
            </p:custDataLst>
          </p:nvPr>
        </p:nvSpPr>
        <p:spPr>
          <a:xfrm>
            <a:off x="1091247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0" name="椭圆 39"/>
          <p:cNvSpPr/>
          <p:nvPr userDrawn="1">
            <p:custDataLst>
              <p:tags r:id="rId26"/>
            </p:custDataLst>
          </p:nvPr>
        </p:nvSpPr>
        <p:spPr>
          <a:xfrm>
            <a:off x="1129157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41" name="椭圆 40"/>
          <p:cNvSpPr/>
          <p:nvPr userDrawn="1">
            <p:custDataLst>
              <p:tags r:id="rId27"/>
            </p:custDataLst>
          </p:nvPr>
        </p:nvSpPr>
        <p:spPr>
          <a:xfrm>
            <a:off x="11670665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0" name="椭圆 29"/>
          <p:cNvSpPr/>
          <p:nvPr userDrawn="1">
            <p:custDataLst>
              <p:tags r:id="rId28"/>
            </p:custDataLst>
          </p:nvPr>
        </p:nvSpPr>
        <p:spPr>
          <a:xfrm>
            <a:off x="9775190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1" name="椭圆 30"/>
          <p:cNvSpPr/>
          <p:nvPr userDrawn="1">
            <p:custDataLst>
              <p:tags r:id="rId29"/>
            </p:custDataLst>
          </p:nvPr>
        </p:nvSpPr>
        <p:spPr>
          <a:xfrm>
            <a:off x="1015428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2" name="椭圆 31"/>
          <p:cNvSpPr/>
          <p:nvPr userDrawn="1">
            <p:custDataLst>
              <p:tags r:id="rId30"/>
            </p:custDataLst>
          </p:nvPr>
        </p:nvSpPr>
        <p:spPr>
          <a:xfrm>
            <a:off x="1053338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3" name="椭圆 32"/>
          <p:cNvSpPr/>
          <p:nvPr userDrawn="1">
            <p:custDataLst>
              <p:tags r:id="rId31"/>
            </p:custDataLst>
          </p:nvPr>
        </p:nvSpPr>
        <p:spPr>
          <a:xfrm>
            <a:off x="1091247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4" name="椭圆 33"/>
          <p:cNvSpPr/>
          <p:nvPr userDrawn="1">
            <p:custDataLst>
              <p:tags r:id="rId32"/>
            </p:custDataLst>
          </p:nvPr>
        </p:nvSpPr>
        <p:spPr>
          <a:xfrm>
            <a:off x="1129157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35" name="椭圆 34"/>
          <p:cNvSpPr/>
          <p:nvPr userDrawn="1">
            <p:custDataLst>
              <p:tags r:id="rId33"/>
            </p:custDataLst>
          </p:nvPr>
        </p:nvSpPr>
        <p:spPr>
          <a:xfrm>
            <a:off x="11670665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椭圆 22"/>
          <p:cNvSpPr/>
          <p:nvPr userDrawn="1">
            <p:custDataLst>
              <p:tags r:id="rId34"/>
            </p:custDataLst>
          </p:nvPr>
        </p:nvSpPr>
        <p:spPr>
          <a:xfrm>
            <a:off x="9775190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椭圆 24"/>
          <p:cNvSpPr/>
          <p:nvPr userDrawn="1">
            <p:custDataLst>
              <p:tags r:id="rId35"/>
            </p:custDataLst>
          </p:nvPr>
        </p:nvSpPr>
        <p:spPr>
          <a:xfrm>
            <a:off x="1015428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6" name="椭圆 25"/>
          <p:cNvSpPr/>
          <p:nvPr userDrawn="1">
            <p:custDataLst>
              <p:tags r:id="rId36"/>
            </p:custDataLst>
          </p:nvPr>
        </p:nvSpPr>
        <p:spPr>
          <a:xfrm>
            <a:off x="1053338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7" name="椭圆 26"/>
          <p:cNvSpPr/>
          <p:nvPr userDrawn="1">
            <p:custDataLst>
              <p:tags r:id="rId37"/>
            </p:custDataLst>
          </p:nvPr>
        </p:nvSpPr>
        <p:spPr>
          <a:xfrm>
            <a:off x="1091247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8" name="椭圆 27"/>
          <p:cNvSpPr/>
          <p:nvPr userDrawn="1">
            <p:custDataLst>
              <p:tags r:id="rId38"/>
            </p:custDataLst>
          </p:nvPr>
        </p:nvSpPr>
        <p:spPr>
          <a:xfrm>
            <a:off x="1129157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9" name="椭圆 28"/>
          <p:cNvSpPr/>
          <p:nvPr userDrawn="1">
            <p:custDataLst>
              <p:tags r:id="rId39"/>
            </p:custDataLst>
          </p:nvPr>
        </p:nvSpPr>
        <p:spPr>
          <a:xfrm>
            <a:off x="11670665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2" name="椭圆 71"/>
          <p:cNvSpPr/>
          <p:nvPr userDrawn="1">
            <p:custDataLst>
              <p:tags r:id="rId40"/>
            </p:custDataLst>
          </p:nvPr>
        </p:nvSpPr>
        <p:spPr>
          <a:xfrm>
            <a:off x="29019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3" name="椭圆 72"/>
          <p:cNvSpPr/>
          <p:nvPr userDrawn="1">
            <p:custDataLst>
              <p:tags r:id="rId41"/>
            </p:custDataLst>
          </p:nvPr>
        </p:nvSpPr>
        <p:spPr>
          <a:xfrm>
            <a:off x="669290" y="2870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4" name="椭圆 73"/>
          <p:cNvSpPr/>
          <p:nvPr userDrawn="1">
            <p:custDataLst>
              <p:tags r:id="rId42"/>
            </p:custDataLst>
          </p:nvPr>
        </p:nvSpPr>
        <p:spPr>
          <a:xfrm>
            <a:off x="104838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5" name="椭圆 74"/>
          <p:cNvSpPr/>
          <p:nvPr userDrawn="1">
            <p:custDataLst>
              <p:tags r:id="rId43"/>
            </p:custDataLst>
          </p:nvPr>
        </p:nvSpPr>
        <p:spPr>
          <a:xfrm>
            <a:off x="1427480" y="2946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8" name="椭圆 67"/>
          <p:cNvSpPr/>
          <p:nvPr userDrawn="1">
            <p:custDataLst>
              <p:tags r:id="rId44"/>
            </p:custDataLst>
          </p:nvPr>
        </p:nvSpPr>
        <p:spPr>
          <a:xfrm>
            <a:off x="29019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9" name="椭圆 68"/>
          <p:cNvSpPr/>
          <p:nvPr userDrawn="1">
            <p:custDataLst>
              <p:tags r:id="rId45"/>
            </p:custDataLst>
          </p:nvPr>
        </p:nvSpPr>
        <p:spPr>
          <a:xfrm>
            <a:off x="669290" y="6661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0" name="椭圆 69"/>
          <p:cNvSpPr/>
          <p:nvPr userDrawn="1">
            <p:custDataLst>
              <p:tags r:id="rId46"/>
            </p:custDataLst>
          </p:nvPr>
        </p:nvSpPr>
        <p:spPr>
          <a:xfrm>
            <a:off x="104838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71" name="椭圆 70"/>
          <p:cNvSpPr/>
          <p:nvPr userDrawn="1">
            <p:custDataLst>
              <p:tags r:id="rId47"/>
            </p:custDataLst>
          </p:nvPr>
        </p:nvSpPr>
        <p:spPr>
          <a:xfrm>
            <a:off x="1427480" y="6737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4" name="椭圆 63"/>
          <p:cNvSpPr/>
          <p:nvPr userDrawn="1">
            <p:custDataLst>
              <p:tags r:id="rId48"/>
            </p:custDataLst>
          </p:nvPr>
        </p:nvSpPr>
        <p:spPr>
          <a:xfrm>
            <a:off x="29019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5" name="椭圆 64"/>
          <p:cNvSpPr/>
          <p:nvPr userDrawn="1">
            <p:custDataLst>
              <p:tags r:id="rId49"/>
            </p:custDataLst>
          </p:nvPr>
        </p:nvSpPr>
        <p:spPr>
          <a:xfrm>
            <a:off x="669290" y="10452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6" name="椭圆 65"/>
          <p:cNvSpPr/>
          <p:nvPr userDrawn="1">
            <p:custDataLst>
              <p:tags r:id="rId50"/>
            </p:custDataLst>
          </p:nvPr>
        </p:nvSpPr>
        <p:spPr>
          <a:xfrm>
            <a:off x="104838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67" name="椭圆 66"/>
          <p:cNvSpPr/>
          <p:nvPr userDrawn="1">
            <p:custDataLst>
              <p:tags r:id="rId51"/>
            </p:custDataLst>
          </p:nvPr>
        </p:nvSpPr>
        <p:spPr>
          <a:xfrm>
            <a:off x="1427480" y="10528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2"/>
            </p:custDataLst>
          </p:nvPr>
        </p:nvSpPr>
        <p:spPr>
          <a:xfrm>
            <a:off x="1183004" y="1256030"/>
            <a:ext cx="6032065" cy="227617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6"/>
            </p:custDataLst>
          </p:nvPr>
        </p:nvSpPr>
        <p:spPr>
          <a:xfrm>
            <a:off x="1183004" y="3871785"/>
            <a:ext cx="603206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任意多边形: 形状 7" descr="preencoded.png"/>
          <p:cNvSpPr/>
          <p:nvPr userDrawn="1">
            <p:custDataLst>
              <p:tags r:id="rId57"/>
            </p:custDataLst>
          </p:nvPr>
        </p:nvSpPr>
        <p:spPr>
          <a:xfrm>
            <a:off x="1" y="0"/>
            <a:ext cx="2095873" cy="914400"/>
          </a:xfrm>
          <a:custGeom>
            <a:avLst/>
            <a:gdLst>
              <a:gd name="connsiteX0" fmla="*/ 0 w 2095873"/>
              <a:gd name="connsiteY0" fmla="*/ 0 h 914400"/>
              <a:gd name="connsiteX1" fmla="*/ 2095873 w 2095873"/>
              <a:gd name="connsiteY1" fmla="*/ 0 h 914400"/>
              <a:gd name="connsiteX2" fmla="*/ 2042749 w 2095873"/>
              <a:gd name="connsiteY2" fmla="*/ 112323 h 914400"/>
              <a:gd name="connsiteX3" fmla="*/ 1777581 w 2095873"/>
              <a:gd name="connsiteY3" fmla="*/ 469891 h 914400"/>
              <a:gd name="connsiteX4" fmla="*/ 1285340 w 2095873"/>
              <a:gd name="connsiteY4" fmla="*/ 798876 h 914400"/>
              <a:gd name="connsiteX5" fmla="*/ 704689 w 2095873"/>
              <a:gd name="connsiteY5" fmla="*/ 914400 h 914400"/>
              <a:gd name="connsiteX6" fmla="*/ 124042 w 2095873"/>
              <a:gd name="connsiteY6" fmla="*/ 798876 h 914400"/>
              <a:gd name="connsiteX7" fmla="*/ 0 w 2095873"/>
              <a:gd name="connsiteY7" fmla="*/ 740186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873" h="914400">
                <a:moveTo>
                  <a:pt x="0" y="0"/>
                </a:moveTo>
                <a:lnTo>
                  <a:pt x="2095873" y="0"/>
                </a:lnTo>
                <a:lnTo>
                  <a:pt x="2042749" y="112323"/>
                </a:lnTo>
                <a:cubicBezTo>
                  <a:pt x="1972540" y="243663"/>
                  <a:pt x="1883256" y="364196"/>
                  <a:pt x="1777581" y="469891"/>
                </a:cubicBezTo>
                <a:cubicBezTo>
                  <a:pt x="1636694" y="610818"/>
                  <a:pt x="1469423" y="722607"/>
                  <a:pt x="1285340" y="798876"/>
                </a:cubicBezTo>
                <a:cubicBezTo>
                  <a:pt x="1101249" y="875144"/>
                  <a:pt x="903945" y="914400"/>
                  <a:pt x="704689" y="914400"/>
                </a:cubicBezTo>
                <a:cubicBezTo>
                  <a:pt x="505434" y="914400"/>
                  <a:pt x="308130" y="875144"/>
                  <a:pt x="124042" y="798876"/>
                </a:cubicBezTo>
                <a:lnTo>
                  <a:pt x="0" y="740186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microsoft.com/office/2007/relationships/hdphoto" Target="../media/image2.wdp"/><Relationship Id="rId5" Type="http://schemas.openxmlformats.org/officeDocument/2006/relationships/image" Target="../media/image1.png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image" Target="../media/image3.png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5" Type="http://schemas.openxmlformats.org/officeDocument/2006/relationships/theme" Target="../theme/theme3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0" Type="http://schemas.openxmlformats.org/officeDocument/2006/relationships/theme" Target="../theme/theme4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8" Type="http://schemas.openxmlformats.org/officeDocument/2006/relationships/theme" Target="../theme/theme5.xml"/><Relationship Id="rId17" Type="http://schemas.openxmlformats.org/officeDocument/2006/relationships/tags" Target="../tags/tag177.xml"/><Relationship Id="rId16" Type="http://schemas.openxmlformats.org/officeDocument/2006/relationships/tags" Target="../tags/tag176.xml"/><Relationship Id="rId15" Type="http://schemas.openxmlformats.org/officeDocument/2006/relationships/tags" Target="../tags/tag175.xml"/><Relationship Id="rId14" Type="http://schemas.openxmlformats.org/officeDocument/2006/relationships/tags" Target="../tags/tag174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image" Target="../media/image10.png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1" Type="http://schemas.openxmlformats.org/officeDocument/2006/relationships/theme" Target="../theme/theme6.xml"/><Relationship Id="rId10" Type="http://schemas.openxmlformats.org/officeDocument/2006/relationships/tags" Target="../tags/tag198.xml"/><Relationship Id="rId1" Type="http://schemas.openxmlformats.org/officeDocument/2006/relationships/slideLayout" Target="../slideLayouts/slideLayout18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image" Target="../media/image18.png"/><Relationship Id="rId6" Type="http://schemas.openxmlformats.org/officeDocument/2006/relationships/tags" Target="../tags/tag221.xml"/><Relationship Id="rId5" Type="http://schemas.openxmlformats.org/officeDocument/2006/relationships/image" Target="../media/image17.png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slideLayout" Target="../slideLayouts/slideLayout20.xml"/><Relationship Id="rId15" Type="http://schemas.openxmlformats.org/officeDocument/2006/relationships/theme" Target="../theme/theme7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slideLayout" Target="../slideLayouts/slideLayout22.xml"/><Relationship Id="rId12" Type="http://schemas.openxmlformats.org/officeDocument/2006/relationships/theme" Target="../theme/theme8.xml"/><Relationship Id="rId11" Type="http://schemas.openxmlformats.org/officeDocument/2006/relationships/tags" Target="../tags/tag246.xml"/><Relationship Id="rId10" Type="http://schemas.openxmlformats.org/officeDocument/2006/relationships/tags" Target="../tags/tag245.xml"/><Relationship Id="rId1" Type="http://schemas.openxmlformats.org/officeDocument/2006/relationships/slideLayout" Target="../slideLayouts/slideLayout21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tags" Target="../tags/tag260.xml"/><Relationship Id="rId7" Type="http://schemas.openxmlformats.org/officeDocument/2006/relationships/tags" Target="../tags/tag259.xml"/><Relationship Id="rId6" Type="http://schemas.openxmlformats.org/officeDocument/2006/relationships/image" Target="../media/image18.png"/><Relationship Id="rId5" Type="http://schemas.openxmlformats.org/officeDocument/2006/relationships/tags" Target="../tags/tag258.xml"/><Relationship Id="rId4" Type="http://schemas.openxmlformats.org/officeDocument/2006/relationships/image" Target="../media/image17.png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4" Type="http://schemas.openxmlformats.org/officeDocument/2006/relationships/theme" Target="../theme/theme9.xml"/><Relationship Id="rId13" Type="http://schemas.openxmlformats.org/officeDocument/2006/relationships/tags" Target="../tags/tag265.xml"/><Relationship Id="rId12" Type="http://schemas.openxmlformats.org/officeDocument/2006/relationships/tags" Target="../tags/tag264.xml"/><Relationship Id="rId11" Type="http://schemas.openxmlformats.org/officeDocument/2006/relationships/tags" Target="../tags/tag263.xml"/><Relationship Id="rId10" Type="http://schemas.openxmlformats.org/officeDocument/2006/relationships/tags" Target="../tags/tag262.xml"/><Relationship Id="rId1" Type="http://schemas.openxmlformats.org/officeDocument/2006/relationships/slideLayout" Target="../slideLayouts/slideLayout23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tags" Target="../tags/tag329.xml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8" Type="http://schemas.openxmlformats.org/officeDocument/2006/relationships/theme" Target="../theme/theme10.xml"/><Relationship Id="rId17" Type="http://schemas.openxmlformats.org/officeDocument/2006/relationships/tags" Target="../tags/tag337.xml"/><Relationship Id="rId16" Type="http://schemas.openxmlformats.org/officeDocument/2006/relationships/tags" Target="../tags/tag336.xml"/><Relationship Id="rId15" Type="http://schemas.openxmlformats.org/officeDocument/2006/relationships/tags" Target="../tags/tag335.xml"/><Relationship Id="rId14" Type="http://schemas.openxmlformats.org/officeDocument/2006/relationships/tags" Target="../tags/tag334.xml"/><Relationship Id="rId13" Type="http://schemas.openxmlformats.org/officeDocument/2006/relationships/tags" Target="../tags/tag333.xml"/><Relationship Id="rId12" Type="http://schemas.openxmlformats.org/officeDocument/2006/relationships/tags" Target="../tags/tag332.xml"/><Relationship Id="rId11" Type="http://schemas.openxmlformats.org/officeDocument/2006/relationships/tags" Target="../tags/tag331.xml"/><Relationship Id="rId10" Type="http://schemas.openxmlformats.org/officeDocument/2006/relationships/tags" Target="../tags/tag330.xml"/><Relationship Id="rId1" Type="http://schemas.openxmlformats.org/officeDocument/2006/relationships/slideLayout" Target="../slideLayouts/slideLayout24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tags" Target="../tags/tag401.xml"/><Relationship Id="rId8" Type="http://schemas.openxmlformats.org/officeDocument/2006/relationships/tags" Target="../tags/tag400.xml"/><Relationship Id="rId7" Type="http://schemas.openxmlformats.org/officeDocument/2006/relationships/tags" Target="../tags/tag399.xml"/><Relationship Id="rId6" Type="http://schemas.openxmlformats.org/officeDocument/2006/relationships/tags" Target="../tags/tag398.xml"/><Relationship Id="rId5" Type="http://schemas.openxmlformats.org/officeDocument/2006/relationships/tags" Target="../tags/tag397.xml"/><Relationship Id="rId4" Type="http://schemas.openxmlformats.org/officeDocument/2006/relationships/tags" Target="../tags/tag396.xml"/><Relationship Id="rId3" Type="http://schemas.openxmlformats.org/officeDocument/2006/relationships/tags" Target="../tags/tag395.xml"/><Relationship Id="rId2" Type="http://schemas.openxmlformats.org/officeDocument/2006/relationships/tags" Target="../tags/tag394.xml"/><Relationship Id="rId18" Type="http://schemas.openxmlformats.org/officeDocument/2006/relationships/theme" Target="../theme/theme11.xml"/><Relationship Id="rId17" Type="http://schemas.openxmlformats.org/officeDocument/2006/relationships/tags" Target="../tags/tag409.xml"/><Relationship Id="rId16" Type="http://schemas.openxmlformats.org/officeDocument/2006/relationships/tags" Target="../tags/tag408.xml"/><Relationship Id="rId15" Type="http://schemas.openxmlformats.org/officeDocument/2006/relationships/tags" Target="../tags/tag407.xml"/><Relationship Id="rId14" Type="http://schemas.openxmlformats.org/officeDocument/2006/relationships/tags" Target="../tags/tag406.xml"/><Relationship Id="rId13" Type="http://schemas.openxmlformats.org/officeDocument/2006/relationships/tags" Target="../tags/tag405.xml"/><Relationship Id="rId12" Type="http://schemas.openxmlformats.org/officeDocument/2006/relationships/tags" Target="../tags/tag404.xml"/><Relationship Id="rId11" Type="http://schemas.openxmlformats.org/officeDocument/2006/relationships/tags" Target="../tags/tag403.xml"/><Relationship Id="rId10" Type="http://schemas.openxmlformats.org/officeDocument/2006/relationships/tags" Target="../tags/tag402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175" y="-635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80000"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02710" y="-5186"/>
            <a:ext cx="5097893" cy="1190836"/>
          </a:xfrm>
          <a:prstGeom prst="rect">
            <a:avLst/>
          </a:prstGeom>
        </p:spPr>
      </p:pic>
      <p:sp>
        <p:nvSpPr>
          <p:cNvPr id="12" name="图形 21"/>
          <p:cNvSpPr/>
          <p:nvPr userDrawn="1">
            <p:custDataLst>
              <p:tags r:id="rId7"/>
            </p:custDataLst>
          </p:nvPr>
        </p:nvSpPr>
        <p:spPr>
          <a:xfrm flipV="1">
            <a:off x="7798584" y="-171480"/>
            <a:ext cx="3997108" cy="1187541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516" y="-5186"/>
            <a:ext cx="5097893" cy="1190836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1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175" y="-635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80000"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02710" y="-5186"/>
            <a:ext cx="5097893" cy="1190836"/>
          </a:xfrm>
          <a:prstGeom prst="rect">
            <a:avLst/>
          </a:prstGeom>
        </p:spPr>
      </p:pic>
      <p:sp>
        <p:nvSpPr>
          <p:cNvPr id="12" name="图形 21"/>
          <p:cNvSpPr/>
          <p:nvPr userDrawn="1">
            <p:custDataLst>
              <p:tags r:id="rId6"/>
            </p:custDataLst>
          </p:nvPr>
        </p:nvSpPr>
        <p:spPr>
          <a:xfrm flipV="1">
            <a:off x="7798584" y="-171480"/>
            <a:ext cx="3997108" cy="1187541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516" y="-5186"/>
            <a:ext cx="5097893" cy="1190836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1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11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1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2"/>
              </a:gs>
              <a:gs pos="0">
                <a:schemeClr val="bg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3"/>
            </p:custDataLst>
          </p:nvPr>
        </p:nvSpPr>
        <p:spPr>
          <a:xfrm>
            <a:off x="10890438" y="5537200"/>
            <a:ext cx="1301561" cy="1320800"/>
          </a:xfrm>
          <a:custGeom>
            <a:avLst/>
            <a:gdLst>
              <a:gd name="connsiteX0" fmla="*/ 5728832 w 5728832"/>
              <a:gd name="connsiteY0" fmla="*/ 0 h 5813514"/>
              <a:gd name="connsiteX1" fmla="*/ 5728831 w 5728832"/>
              <a:gd name="connsiteY1" fmla="*/ 5813514 h 5813514"/>
              <a:gd name="connsiteX2" fmla="*/ 784322 w 5728832"/>
              <a:gd name="connsiteY2" fmla="*/ 5813514 h 5813514"/>
              <a:gd name="connsiteX3" fmla="*/ 161389 w 5728832"/>
              <a:gd name="connsiteY3" fmla="*/ 4887879 h 5813514"/>
              <a:gd name="connsiteX4" fmla="*/ 418234 w 5728832"/>
              <a:gd name="connsiteY4" fmla="*/ 3573919 h 5813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8832" h="5813514">
                <a:moveTo>
                  <a:pt x="5728832" y="0"/>
                </a:moveTo>
                <a:lnTo>
                  <a:pt x="5728831" y="5813514"/>
                </a:lnTo>
                <a:lnTo>
                  <a:pt x="784322" y="5813514"/>
                </a:lnTo>
                <a:lnTo>
                  <a:pt x="161389" y="4887879"/>
                </a:lnTo>
                <a:cubicBezTo>
                  <a:pt x="-130525" y="4454114"/>
                  <a:pt x="-15533" y="3865833"/>
                  <a:pt x="418234" y="3573919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6" name="任意多边形: 形状 25" descr="preencoded.png"/>
          <p:cNvSpPr/>
          <p:nvPr>
            <p:custDataLst>
              <p:tags r:id="rId7"/>
            </p:custDataLst>
          </p:nvPr>
        </p:nvSpPr>
        <p:spPr>
          <a:xfrm>
            <a:off x="46857" y="0"/>
            <a:ext cx="1799094" cy="621793"/>
          </a:xfrm>
          <a:custGeom>
            <a:avLst/>
            <a:gdLst>
              <a:gd name="connsiteX0" fmla="*/ 0 w 1799094"/>
              <a:gd name="connsiteY0" fmla="*/ 0 h 621793"/>
              <a:gd name="connsiteX1" fmla="*/ 1799094 w 1799094"/>
              <a:gd name="connsiteY1" fmla="*/ 0 h 621793"/>
              <a:gd name="connsiteX2" fmla="*/ 1773910 w 1799094"/>
              <a:gd name="connsiteY2" fmla="*/ 77363 h 621793"/>
              <a:gd name="connsiteX3" fmla="*/ 1568750 w 1799094"/>
              <a:gd name="connsiteY3" fmla="*/ 363481 h 621793"/>
              <a:gd name="connsiteX4" fmla="*/ 1261721 w 1799094"/>
              <a:gd name="connsiteY4" fmla="*/ 554659 h 621793"/>
              <a:gd name="connsiteX5" fmla="*/ 899547 w 1799094"/>
              <a:gd name="connsiteY5" fmla="*/ 621793 h 621793"/>
              <a:gd name="connsiteX6" fmla="*/ 537374 w 1799094"/>
              <a:gd name="connsiteY6" fmla="*/ 554659 h 621793"/>
              <a:gd name="connsiteX7" fmla="*/ 230338 w 1799094"/>
              <a:gd name="connsiteY7" fmla="*/ 363481 h 621793"/>
              <a:gd name="connsiteX8" fmla="*/ 25184 w 1799094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9094" h="621793">
                <a:moveTo>
                  <a:pt x="0" y="0"/>
                </a:moveTo>
                <a:lnTo>
                  <a:pt x="1799094" y="0"/>
                </a:lnTo>
                <a:lnTo>
                  <a:pt x="1773910" y="77363"/>
                </a:lnTo>
                <a:cubicBezTo>
                  <a:pt x="1726349" y="184363"/>
                  <a:pt x="1656632" y="281586"/>
                  <a:pt x="1568750" y="363481"/>
                </a:cubicBezTo>
                <a:cubicBezTo>
                  <a:pt x="1480868" y="445376"/>
                  <a:pt x="1376547" y="510338"/>
                  <a:pt x="1261721" y="554659"/>
                </a:cubicBezTo>
                <a:cubicBezTo>
                  <a:pt x="1146898" y="598980"/>
                  <a:pt x="1023831" y="621793"/>
                  <a:pt x="899547" y="621793"/>
                </a:cubicBezTo>
                <a:cubicBezTo>
                  <a:pt x="775263" y="621793"/>
                  <a:pt x="652196" y="598980"/>
                  <a:pt x="537374" y="554659"/>
                </a:cubicBezTo>
                <a:cubicBezTo>
                  <a:pt x="422551" y="510338"/>
                  <a:pt x="318220" y="445376"/>
                  <a:pt x="230338" y="363481"/>
                </a:cubicBezTo>
                <a:cubicBezTo>
                  <a:pt x="142457" y="281587"/>
                  <a:pt x="72745" y="184363"/>
                  <a:pt x="25184" y="77363"/>
                </a:cubicBez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1" name="椭圆 20"/>
          <p:cNvSpPr/>
          <p:nvPr>
            <p:custDataLst>
              <p:tags r:id="rId8"/>
            </p:custDataLst>
          </p:nvPr>
        </p:nvSpPr>
        <p:spPr>
          <a:xfrm>
            <a:off x="10922635" y="56635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1301730" y="565594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椭圆 22"/>
          <p:cNvSpPr/>
          <p:nvPr>
            <p:custDataLst>
              <p:tags r:id="rId10"/>
            </p:custDataLst>
          </p:nvPr>
        </p:nvSpPr>
        <p:spPr>
          <a:xfrm>
            <a:off x="11680825" y="56711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922635" y="604266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椭圆 18"/>
          <p:cNvSpPr/>
          <p:nvPr>
            <p:custDataLst>
              <p:tags r:id="rId12"/>
            </p:custDataLst>
          </p:nvPr>
        </p:nvSpPr>
        <p:spPr>
          <a:xfrm>
            <a:off x="11301730" y="60350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0" name="椭圆 19"/>
          <p:cNvSpPr/>
          <p:nvPr>
            <p:custDataLst>
              <p:tags r:id="rId13"/>
            </p:custDataLst>
          </p:nvPr>
        </p:nvSpPr>
        <p:spPr>
          <a:xfrm>
            <a:off x="11680825" y="60502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14"/>
            </p:custDataLst>
          </p:nvPr>
        </p:nvSpPr>
        <p:spPr>
          <a:xfrm>
            <a:off x="10922635" y="642175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15"/>
            </p:custDataLst>
          </p:nvPr>
        </p:nvSpPr>
        <p:spPr>
          <a:xfrm>
            <a:off x="11301730" y="64141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椭圆 16"/>
          <p:cNvSpPr/>
          <p:nvPr>
            <p:custDataLst>
              <p:tags r:id="rId16"/>
            </p:custDataLst>
          </p:nvPr>
        </p:nvSpPr>
        <p:spPr>
          <a:xfrm>
            <a:off x="11680825" y="64293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chemeClr val="bg1"/>
              </a:gs>
              <a:gs pos="91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hqprint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8" t="7909" r="28870" b="29690"/>
          <a:stretch>
            <a:fillRect/>
          </a:stretch>
        </p:blipFill>
        <p:spPr>
          <a:xfrm>
            <a:off x="6081487" y="1227033"/>
            <a:ext cx="6110513" cy="5630967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 userDrawn="1">
            <p:custDataLst>
              <p:tags r:id="rId3"/>
            </p:custDataLst>
          </p:nvPr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40000">
                <a:schemeClr val="bg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62" t="44000" r="10505"/>
          <a:stretch>
            <a:fillRect/>
          </a:stretch>
        </p:blipFill>
        <p:spPr>
          <a:xfrm>
            <a:off x="10553700" y="119037"/>
            <a:ext cx="1638300" cy="155907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>
            <a:alphaModFix amt="40000"/>
          </a:blip>
          <a:srcRect/>
          <a:stretch>
            <a:fillRect/>
          </a:stretch>
        </p:blipFill>
        <p:spPr>
          <a:xfrm>
            <a:off x="9182100" y="0"/>
            <a:ext cx="1473200" cy="584775"/>
          </a:xfrm>
          <a:prstGeom prst="rect">
            <a:avLst/>
          </a:prstGeom>
        </p:spPr>
      </p:pic>
      <p:sp>
        <p:nvSpPr>
          <p:cNvPr id="8" name="矩形: 单圆角 4"/>
          <p:cNvSpPr/>
          <p:nvPr userDrawn="1">
            <p:custDataLst>
              <p:tags r:id="rId8"/>
            </p:custDataLst>
          </p:nvPr>
        </p:nvSpPr>
        <p:spPr>
          <a:xfrm flipH="1">
            <a:off x="0" y="1117600"/>
            <a:ext cx="12192000" cy="5740399"/>
          </a:xfrm>
          <a:prstGeom prst="round1Rect">
            <a:avLst>
              <a:gd name="adj" fmla="val 6869"/>
            </a:avLst>
          </a:prstGeom>
          <a:solidFill>
            <a:schemeClr val="bg1"/>
          </a:solidFill>
          <a:ln w="22225">
            <a:gradFill flip="none" rotWithShape="1">
              <a:gsLst>
                <a:gs pos="0">
                  <a:schemeClr val="bg1"/>
                </a:gs>
                <a:gs pos="56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5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1" i="0" u="none" strike="noStrike" kern="1200" cap="none" spc="0" normalizeH="0" baseline="0" smtClean="0">
          <a:ln>
            <a:noFill/>
            <a:prstDash val="sysDot"/>
          </a:ln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4800000" scaled="0"/>
          </a:gra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 userDrawn="1">
            <p:custDataLst>
              <p:tags r:id="rId2"/>
            </p:custDataLst>
          </p:nvPr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40000">
                <a:schemeClr val="bg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62" t="44000" r="10505"/>
          <a:stretch>
            <a:fillRect/>
          </a:stretch>
        </p:blipFill>
        <p:spPr>
          <a:xfrm>
            <a:off x="10553700" y="119037"/>
            <a:ext cx="1638300" cy="155907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>
            <a:alphaModFix amt="40000"/>
          </a:blip>
          <a:srcRect/>
          <a:stretch>
            <a:fillRect/>
          </a:stretch>
        </p:blipFill>
        <p:spPr>
          <a:xfrm>
            <a:off x="9182100" y="0"/>
            <a:ext cx="1473200" cy="584775"/>
          </a:xfrm>
          <a:prstGeom prst="rect">
            <a:avLst/>
          </a:prstGeom>
        </p:spPr>
      </p:pic>
      <p:sp>
        <p:nvSpPr>
          <p:cNvPr id="8" name="矩形: 单圆角 4"/>
          <p:cNvSpPr/>
          <p:nvPr userDrawn="1">
            <p:custDataLst>
              <p:tags r:id="rId7"/>
            </p:custDataLst>
          </p:nvPr>
        </p:nvSpPr>
        <p:spPr>
          <a:xfrm flipH="1">
            <a:off x="0" y="1117600"/>
            <a:ext cx="12192000" cy="5740399"/>
          </a:xfrm>
          <a:prstGeom prst="round1Rect">
            <a:avLst>
              <a:gd name="adj" fmla="val 6869"/>
            </a:avLst>
          </a:prstGeom>
          <a:solidFill>
            <a:schemeClr val="bg1"/>
          </a:solidFill>
          <a:ln w="22225">
            <a:gradFill flip="none" rotWithShape="1">
              <a:gsLst>
                <a:gs pos="0">
                  <a:schemeClr val="bg1"/>
                </a:gs>
                <a:gs pos="56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6" name="任意多边形: 形状 25" descr="preencoded.png"/>
          <p:cNvSpPr/>
          <p:nvPr>
            <p:custDataLst>
              <p:tags r:id="rId7"/>
            </p:custDataLst>
          </p:nvPr>
        </p:nvSpPr>
        <p:spPr>
          <a:xfrm>
            <a:off x="46857" y="0"/>
            <a:ext cx="1799094" cy="621793"/>
          </a:xfrm>
          <a:custGeom>
            <a:avLst/>
            <a:gdLst>
              <a:gd name="connsiteX0" fmla="*/ 0 w 1799094"/>
              <a:gd name="connsiteY0" fmla="*/ 0 h 621793"/>
              <a:gd name="connsiteX1" fmla="*/ 1799094 w 1799094"/>
              <a:gd name="connsiteY1" fmla="*/ 0 h 621793"/>
              <a:gd name="connsiteX2" fmla="*/ 1773910 w 1799094"/>
              <a:gd name="connsiteY2" fmla="*/ 77363 h 621793"/>
              <a:gd name="connsiteX3" fmla="*/ 1568750 w 1799094"/>
              <a:gd name="connsiteY3" fmla="*/ 363481 h 621793"/>
              <a:gd name="connsiteX4" fmla="*/ 1261721 w 1799094"/>
              <a:gd name="connsiteY4" fmla="*/ 554659 h 621793"/>
              <a:gd name="connsiteX5" fmla="*/ 899547 w 1799094"/>
              <a:gd name="connsiteY5" fmla="*/ 621793 h 621793"/>
              <a:gd name="connsiteX6" fmla="*/ 537374 w 1799094"/>
              <a:gd name="connsiteY6" fmla="*/ 554659 h 621793"/>
              <a:gd name="connsiteX7" fmla="*/ 230338 w 1799094"/>
              <a:gd name="connsiteY7" fmla="*/ 363481 h 621793"/>
              <a:gd name="connsiteX8" fmla="*/ 25184 w 1799094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9094" h="621793">
                <a:moveTo>
                  <a:pt x="0" y="0"/>
                </a:moveTo>
                <a:lnTo>
                  <a:pt x="1799094" y="0"/>
                </a:lnTo>
                <a:lnTo>
                  <a:pt x="1773910" y="77363"/>
                </a:lnTo>
                <a:cubicBezTo>
                  <a:pt x="1726349" y="184363"/>
                  <a:pt x="1656632" y="281586"/>
                  <a:pt x="1568750" y="363481"/>
                </a:cubicBezTo>
                <a:cubicBezTo>
                  <a:pt x="1480868" y="445376"/>
                  <a:pt x="1376547" y="510338"/>
                  <a:pt x="1261721" y="554659"/>
                </a:cubicBezTo>
                <a:cubicBezTo>
                  <a:pt x="1146898" y="598980"/>
                  <a:pt x="1023831" y="621793"/>
                  <a:pt x="899547" y="621793"/>
                </a:cubicBezTo>
                <a:cubicBezTo>
                  <a:pt x="775263" y="621793"/>
                  <a:pt x="652196" y="598980"/>
                  <a:pt x="537374" y="554659"/>
                </a:cubicBezTo>
                <a:cubicBezTo>
                  <a:pt x="422551" y="510338"/>
                  <a:pt x="318220" y="445376"/>
                  <a:pt x="230338" y="363481"/>
                </a:cubicBezTo>
                <a:cubicBezTo>
                  <a:pt x="142457" y="281587"/>
                  <a:pt x="72745" y="184363"/>
                  <a:pt x="25184" y="77363"/>
                </a:cubicBez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1" name="椭圆 20"/>
          <p:cNvSpPr/>
          <p:nvPr>
            <p:custDataLst>
              <p:tags r:id="rId8"/>
            </p:custDataLst>
          </p:nvPr>
        </p:nvSpPr>
        <p:spPr>
          <a:xfrm>
            <a:off x="10922635" y="56635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1301730" y="565594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椭圆 22"/>
          <p:cNvSpPr/>
          <p:nvPr>
            <p:custDataLst>
              <p:tags r:id="rId10"/>
            </p:custDataLst>
          </p:nvPr>
        </p:nvSpPr>
        <p:spPr>
          <a:xfrm>
            <a:off x="11680825" y="56711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922635" y="604266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椭圆 18"/>
          <p:cNvSpPr/>
          <p:nvPr>
            <p:custDataLst>
              <p:tags r:id="rId12"/>
            </p:custDataLst>
          </p:nvPr>
        </p:nvSpPr>
        <p:spPr>
          <a:xfrm>
            <a:off x="11301730" y="60350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0" name="椭圆 19"/>
          <p:cNvSpPr/>
          <p:nvPr>
            <p:custDataLst>
              <p:tags r:id="rId13"/>
            </p:custDataLst>
          </p:nvPr>
        </p:nvSpPr>
        <p:spPr>
          <a:xfrm>
            <a:off x="11680825" y="60502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14"/>
            </p:custDataLst>
          </p:nvPr>
        </p:nvSpPr>
        <p:spPr>
          <a:xfrm>
            <a:off x="10922635" y="642175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15"/>
            </p:custDataLst>
          </p:nvPr>
        </p:nvSpPr>
        <p:spPr>
          <a:xfrm>
            <a:off x="11301730" y="64141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椭圆 16"/>
          <p:cNvSpPr/>
          <p:nvPr>
            <p:custDataLst>
              <p:tags r:id="rId16"/>
            </p:custDataLst>
          </p:nvPr>
        </p:nvSpPr>
        <p:spPr>
          <a:xfrm>
            <a:off x="11680825" y="64293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6" name="任意多边形: 形状 25" descr="preencoded.png"/>
          <p:cNvSpPr/>
          <p:nvPr>
            <p:custDataLst>
              <p:tags r:id="rId7"/>
            </p:custDataLst>
          </p:nvPr>
        </p:nvSpPr>
        <p:spPr>
          <a:xfrm>
            <a:off x="46857" y="0"/>
            <a:ext cx="1799094" cy="621793"/>
          </a:xfrm>
          <a:custGeom>
            <a:avLst/>
            <a:gdLst>
              <a:gd name="connsiteX0" fmla="*/ 0 w 1799094"/>
              <a:gd name="connsiteY0" fmla="*/ 0 h 621793"/>
              <a:gd name="connsiteX1" fmla="*/ 1799094 w 1799094"/>
              <a:gd name="connsiteY1" fmla="*/ 0 h 621793"/>
              <a:gd name="connsiteX2" fmla="*/ 1773910 w 1799094"/>
              <a:gd name="connsiteY2" fmla="*/ 77363 h 621793"/>
              <a:gd name="connsiteX3" fmla="*/ 1568750 w 1799094"/>
              <a:gd name="connsiteY3" fmla="*/ 363481 h 621793"/>
              <a:gd name="connsiteX4" fmla="*/ 1261721 w 1799094"/>
              <a:gd name="connsiteY4" fmla="*/ 554659 h 621793"/>
              <a:gd name="connsiteX5" fmla="*/ 899547 w 1799094"/>
              <a:gd name="connsiteY5" fmla="*/ 621793 h 621793"/>
              <a:gd name="connsiteX6" fmla="*/ 537374 w 1799094"/>
              <a:gd name="connsiteY6" fmla="*/ 554659 h 621793"/>
              <a:gd name="connsiteX7" fmla="*/ 230338 w 1799094"/>
              <a:gd name="connsiteY7" fmla="*/ 363481 h 621793"/>
              <a:gd name="connsiteX8" fmla="*/ 25184 w 1799094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9094" h="621793">
                <a:moveTo>
                  <a:pt x="0" y="0"/>
                </a:moveTo>
                <a:lnTo>
                  <a:pt x="1799094" y="0"/>
                </a:lnTo>
                <a:lnTo>
                  <a:pt x="1773910" y="77363"/>
                </a:lnTo>
                <a:cubicBezTo>
                  <a:pt x="1726349" y="184363"/>
                  <a:pt x="1656632" y="281586"/>
                  <a:pt x="1568750" y="363481"/>
                </a:cubicBezTo>
                <a:cubicBezTo>
                  <a:pt x="1480868" y="445376"/>
                  <a:pt x="1376547" y="510338"/>
                  <a:pt x="1261721" y="554659"/>
                </a:cubicBezTo>
                <a:cubicBezTo>
                  <a:pt x="1146898" y="598980"/>
                  <a:pt x="1023831" y="621793"/>
                  <a:pt x="899547" y="621793"/>
                </a:cubicBezTo>
                <a:cubicBezTo>
                  <a:pt x="775263" y="621793"/>
                  <a:pt x="652196" y="598980"/>
                  <a:pt x="537374" y="554659"/>
                </a:cubicBezTo>
                <a:cubicBezTo>
                  <a:pt x="422551" y="510338"/>
                  <a:pt x="318220" y="445376"/>
                  <a:pt x="230338" y="363481"/>
                </a:cubicBezTo>
                <a:cubicBezTo>
                  <a:pt x="142457" y="281587"/>
                  <a:pt x="72745" y="184363"/>
                  <a:pt x="25184" y="77363"/>
                </a:cubicBez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1" name="椭圆 20"/>
          <p:cNvSpPr/>
          <p:nvPr>
            <p:custDataLst>
              <p:tags r:id="rId8"/>
            </p:custDataLst>
          </p:nvPr>
        </p:nvSpPr>
        <p:spPr>
          <a:xfrm>
            <a:off x="10922635" y="56635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1301730" y="565594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椭圆 22"/>
          <p:cNvSpPr/>
          <p:nvPr>
            <p:custDataLst>
              <p:tags r:id="rId10"/>
            </p:custDataLst>
          </p:nvPr>
        </p:nvSpPr>
        <p:spPr>
          <a:xfrm>
            <a:off x="11680825" y="56711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10922635" y="604266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椭圆 18"/>
          <p:cNvSpPr/>
          <p:nvPr>
            <p:custDataLst>
              <p:tags r:id="rId12"/>
            </p:custDataLst>
          </p:nvPr>
        </p:nvSpPr>
        <p:spPr>
          <a:xfrm>
            <a:off x="11301730" y="60350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0" name="椭圆 19"/>
          <p:cNvSpPr/>
          <p:nvPr>
            <p:custDataLst>
              <p:tags r:id="rId13"/>
            </p:custDataLst>
          </p:nvPr>
        </p:nvSpPr>
        <p:spPr>
          <a:xfrm>
            <a:off x="11680825" y="60502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14"/>
            </p:custDataLst>
          </p:nvPr>
        </p:nvSpPr>
        <p:spPr>
          <a:xfrm>
            <a:off x="10922635" y="642175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15"/>
            </p:custDataLst>
          </p:nvPr>
        </p:nvSpPr>
        <p:spPr>
          <a:xfrm>
            <a:off x="11301730" y="64141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椭圆 16"/>
          <p:cNvSpPr/>
          <p:nvPr>
            <p:custDataLst>
              <p:tags r:id="rId16"/>
            </p:custDataLst>
          </p:nvPr>
        </p:nvSpPr>
        <p:spPr>
          <a:xfrm>
            <a:off x="11680825" y="64293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jpeg"/><Relationship Id="rId1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11.xml"/><Relationship Id="rId3" Type="http://schemas.openxmlformats.org/officeDocument/2006/relationships/tags" Target="../tags/tag410.xml"/><Relationship Id="rId2" Type="http://schemas.openxmlformats.org/officeDocument/2006/relationships/image" Target="../media/image25.jpeg"/><Relationship Id="rId1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413.xml"/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tags" Target="../tags/tag41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415.xml"/><Relationship Id="rId3" Type="http://schemas.openxmlformats.org/officeDocument/2006/relationships/tags" Target="../tags/tag414.xml"/><Relationship Id="rId2" Type="http://schemas.openxmlformats.org/officeDocument/2006/relationships/image" Target="../media/image24.png"/><Relationship Id="rId1" Type="http://schemas.openxmlformats.org/officeDocument/2006/relationships/image" Target="../media/image2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22.xml"/><Relationship Id="rId8" Type="http://schemas.openxmlformats.org/officeDocument/2006/relationships/tags" Target="../tags/tag421.xml"/><Relationship Id="rId7" Type="http://schemas.openxmlformats.org/officeDocument/2006/relationships/tags" Target="../tags/tag420.xml"/><Relationship Id="rId6" Type="http://schemas.openxmlformats.org/officeDocument/2006/relationships/tags" Target="../tags/tag419.xml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image" Target="../media/image24.pn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429.xml"/><Relationship Id="rId15" Type="http://schemas.openxmlformats.org/officeDocument/2006/relationships/tags" Target="../tags/tag428.xml"/><Relationship Id="rId14" Type="http://schemas.openxmlformats.org/officeDocument/2006/relationships/tags" Target="../tags/tag427.xml"/><Relationship Id="rId13" Type="http://schemas.openxmlformats.org/officeDocument/2006/relationships/tags" Target="../tags/tag426.xml"/><Relationship Id="rId12" Type="http://schemas.openxmlformats.org/officeDocument/2006/relationships/tags" Target="../tags/tag425.xml"/><Relationship Id="rId11" Type="http://schemas.openxmlformats.org/officeDocument/2006/relationships/tags" Target="../tags/tag424.xml"/><Relationship Id="rId10" Type="http://schemas.openxmlformats.org/officeDocument/2006/relationships/tags" Target="../tags/tag423.xml"/><Relationship Id="rId1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36.xml"/><Relationship Id="rId8" Type="http://schemas.openxmlformats.org/officeDocument/2006/relationships/tags" Target="../tags/tag435.xml"/><Relationship Id="rId7" Type="http://schemas.openxmlformats.org/officeDocument/2006/relationships/tags" Target="../tags/tag434.xml"/><Relationship Id="rId6" Type="http://schemas.openxmlformats.org/officeDocument/2006/relationships/tags" Target="../tags/tag433.xml"/><Relationship Id="rId5" Type="http://schemas.openxmlformats.org/officeDocument/2006/relationships/tags" Target="../tags/tag432.xml"/><Relationship Id="rId4" Type="http://schemas.openxmlformats.org/officeDocument/2006/relationships/tags" Target="../tags/tag431.xml"/><Relationship Id="rId3" Type="http://schemas.openxmlformats.org/officeDocument/2006/relationships/tags" Target="../tags/tag430.xml"/><Relationship Id="rId2" Type="http://schemas.openxmlformats.org/officeDocument/2006/relationships/image" Target="../media/image24.png"/><Relationship Id="rId15" Type="http://schemas.openxmlformats.org/officeDocument/2006/relationships/slideLayout" Target="../slideLayouts/slideLayout16.xml"/><Relationship Id="rId14" Type="http://schemas.openxmlformats.org/officeDocument/2006/relationships/tags" Target="../tags/tag441.xml"/><Relationship Id="rId13" Type="http://schemas.openxmlformats.org/officeDocument/2006/relationships/tags" Target="../tags/tag440.xml"/><Relationship Id="rId12" Type="http://schemas.openxmlformats.org/officeDocument/2006/relationships/tags" Target="../tags/tag439.xml"/><Relationship Id="rId11" Type="http://schemas.openxmlformats.org/officeDocument/2006/relationships/tags" Target="../tags/tag438.xml"/><Relationship Id="rId10" Type="http://schemas.openxmlformats.org/officeDocument/2006/relationships/tags" Target="../tags/tag437.xml"/><Relationship Id="rId1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1.xml"/><Relationship Id="rId4" Type="http://schemas.openxmlformats.org/officeDocument/2006/relationships/tags" Target="../tags/tag443.xml"/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tags" Target="../tags/tag44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445.xml"/><Relationship Id="rId3" Type="http://schemas.openxmlformats.org/officeDocument/2006/relationships/tags" Target="../tags/tag444.xml"/><Relationship Id="rId2" Type="http://schemas.openxmlformats.org/officeDocument/2006/relationships/image" Target="../media/image24.png"/><Relationship Id="rId1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52.xml"/><Relationship Id="rId8" Type="http://schemas.openxmlformats.org/officeDocument/2006/relationships/tags" Target="../tags/tag451.xml"/><Relationship Id="rId7" Type="http://schemas.openxmlformats.org/officeDocument/2006/relationships/tags" Target="../tags/tag450.xml"/><Relationship Id="rId6" Type="http://schemas.openxmlformats.org/officeDocument/2006/relationships/tags" Target="../tags/tag449.xml"/><Relationship Id="rId5" Type="http://schemas.openxmlformats.org/officeDocument/2006/relationships/tags" Target="../tags/tag448.xml"/><Relationship Id="rId4" Type="http://schemas.openxmlformats.org/officeDocument/2006/relationships/tags" Target="../tags/tag447.xml"/><Relationship Id="rId36" Type="http://schemas.openxmlformats.org/officeDocument/2006/relationships/notesSlide" Target="../notesSlides/notesSlide3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477.xml"/><Relationship Id="rId33" Type="http://schemas.openxmlformats.org/officeDocument/2006/relationships/tags" Target="../tags/tag476.xml"/><Relationship Id="rId32" Type="http://schemas.openxmlformats.org/officeDocument/2006/relationships/tags" Target="../tags/tag475.xml"/><Relationship Id="rId31" Type="http://schemas.openxmlformats.org/officeDocument/2006/relationships/tags" Target="../tags/tag474.xml"/><Relationship Id="rId30" Type="http://schemas.openxmlformats.org/officeDocument/2006/relationships/tags" Target="../tags/tag473.xml"/><Relationship Id="rId3" Type="http://schemas.openxmlformats.org/officeDocument/2006/relationships/tags" Target="../tags/tag446.xml"/><Relationship Id="rId29" Type="http://schemas.openxmlformats.org/officeDocument/2006/relationships/tags" Target="../tags/tag472.xml"/><Relationship Id="rId28" Type="http://schemas.openxmlformats.org/officeDocument/2006/relationships/tags" Target="../tags/tag471.xml"/><Relationship Id="rId27" Type="http://schemas.openxmlformats.org/officeDocument/2006/relationships/tags" Target="../tags/tag470.xml"/><Relationship Id="rId26" Type="http://schemas.openxmlformats.org/officeDocument/2006/relationships/tags" Target="../tags/tag469.xml"/><Relationship Id="rId25" Type="http://schemas.openxmlformats.org/officeDocument/2006/relationships/tags" Target="../tags/tag468.xml"/><Relationship Id="rId24" Type="http://schemas.openxmlformats.org/officeDocument/2006/relationships/tags" Target="../tags/tag467.xml"/><Relationship Id="rId23" Type="http://schemas.openxmlformats.org/officeDocument/2006/relationships/tags" Target="../tags/tag466.xml"/><Relationship Id="rId22" Type="http://schemas.openxmlformats.org/officeDocument/2006/relationships/tags" Target="../tags/tag465.xml"/><Relationship Id="rId21" Type="http://schemas.openxmlformats.org/officeDocument/2006/relationships/tags" Target="../tags/tag464.xml"/><Relationship Id="rId20" Type="http://schemas.openxmlformats.org/officeDocument/2006/relationships/tags" Target="../tags/tag463.xml"/><Relationship Id="rId2" Type="http://schemas.openxmlformats.org/officeDocument/2006/relationships/image" Target="../media/image24.png"/><Relationship Id="rId19" Type="http://schemas.openxmlformats.org/officeDocument/2006/relationships/tags" Target="../tags/tag462.xml"/><Relationship Id="rId18" Type="http://schemas.openxmlformats.org/officeDocument/2006/relationships/tags" Target="../tags/tag461.xml"/><Relationship Id="rId17" Type="http://schemas.openxmlformats.org/officeDocument/2006/relationships/tags" Target="../tags/tag460.xml"/><Relationship Id="rId16" Type="http://schemas.openxmlformats.org/officeDocument/2006/relationships/tags" Target="../tags/tag459.xml"/><Relationship Id="rId15" Type="http://schemas.openxmlformats.org/officeDocument/2006/relationships/tags" Target="../tags/tag458.xml"/><Relationship Id="rId14" Type="http://schemas.openxmlformats.org/officeDocument/2006/relationships/tags" Target="../tags/tag457.xml"/><Relationship Id="rId13" Type="http://schemas.openxmlformats.org/officeDocument/2006/relationships/tags" Target="../tags/tag456.xml"/><Relationship Id="rId12" Type="http://schemas.openxmlformats.org/officeDocument/2006/relationships/tags" Target="../tags/tag455.xml"/><Relationship Id="rId11" Type="http://schemas.openxmlformats.org/officeDocument/2006/relationships/tags" Target="../tags/tag454.xml"/><Relationship Id="rId10" Type="http://schemas.openxmlformats.org/officeDocument/2006/relationships/tags" Target="../tags/tag453.xml"/><Relationship Id="rId1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" Type="http://schemas.openxmlformats.org/officeDocument/2006/relationships/image" Target="../media/image25.jpeg"/><Relationship Id="rId14" Type="http://schemas.openxmlformats.org/officeDocument/2006/relationships/slideLayout" Target="../slideLayouts/slideLayout25.xml"/><Relationship Id="rId13" Type="http://schemas.openxmlformats.org/officeDocument/2006/relationships/tags" Target="../tags/tag480.xml"/><Relationship Id="rId12" Type="http://schemas.openxmlformats.org/officeDocument/2006/relationships/image" Target="../media/image34.png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87.xml"/><Relationship Id="rId8" Type="http://schemas.openxmlformats.org/officeDocument/2006/relationships/tags" Target="../tags/tag486.xml"/><Relationship Id="rId7" Type="http://schemas.openxmlformats.org/officeDocument/2006/relationships/tags" Target="../tags/tag485.xml"/><Relationship Id="rId6" Type="http://schemas.openxmlformats.org/officeDocument/2006/relationships/tags" Target="../tags/tag484.xml"/><Relationship Id="rId5" Type="http://schemas.openxmlformats.org/officeDocument/2006/relationships/tags" Target="../tags/tag483.xml"/><Relationship Id="rId4" Type="http://schemas.openxmlformats.org/officeDocument/2006/relationships/tags" Target="../tags/tag482.xml"/><Relationship Id="rId3" Type="http://schemas.openxmlformats.org/officeDocument/2006/relationships/tags" Target="../tags/tag481.xml"/><Relationship Id="rId2" Type="http://schemas.openxmlformats.org/officeDocument/2006/relationships/image" Target="../media/image24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492.xml"/><Relationship Id="rId13" Type="http://schemas.openxmlformats.org/officeDocument/2006/relationships/tags" Target="../tags/tag491.xml"/><Relationship Id="rId12" Type="http://schemas.openxmlformats.org/officeDocument/2006/relationships/tags" Target="../tags/tag490.xml"/><Relationship Id="rId11" Type="http://schemas.openxmlformats.org/officeDocument/2006/relationships/tags" Target="../tags/tag489.xml"/><Relationship Id="rId10" Type="http://schemas.openxmlformats.org/officeDocument/2006/relationships/tags" Target="../tags/tag488.xml"/><Relationship Id="rId1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24.png"/><Relationship Id="rId12" Type="http://schemas.openxmlformats.org/officeDocument/2006/relationships/slideLayout" Target="../slideLayouts/slideLayout21.xml"/><Relationship Id="rId11" Type="http://schemas.openxmlformats.org/officeDocument/2006/relationships/tags" Target="../tags/tag493.xml"/><Relationship Id="rId10" Type="http://schemas.openxmlformats.org/officeDocument/2006/relationships/image" Target="../media/image42.png"/><Relationship Id="rId1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00.xml"/><Relationship Id="rId8" Type="http://schemas.openxmlformats.org/officeDocument/2006/relationships/tags" Target="../tags/tag499.xml"/><Relationship Id="rId7" Type="http://schemas.openxmlformats.org/officeDocument/2006/relationships/tags" Target="../tags/tag498.xml"/><Relationship Id="rId6" Type="http://schemas.openxmlformats.org/officeDocument/2006/relationships/tags" Target="../tags/tag497.xml"/><Relationship Id="rId5" Type="http://schemas.openxmlformats.org/officeDocument/2006/relationships/tags" Target="../tags/tag496.xml"/><Relationship Id="rId4" Type="http://schemas.openxmlformats.org/officeDocument/2006/relationships/tags" Target="../tags/tag495.xml"/><Relationship Id="rId3" Type="http://schemas.openxmlformats.org/officeDocument/2006/relationships/tags" Target="../tags/tag494.xml"/><Relationship Id="rId2" Type="http://schemas.openxmlformats.org/officeDocument/2006/relationships/image" Target="../media/image24.png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23.xml"/><Relationship Id="rId16" Type="http://schemas.openxmlformats.org/officeDocument/2006/relationships/tags" Target="../tags/tag507.xml"/><Relationship Id="rId15" Type="http://schemas.openxmlformats.org/officeDocument/2006/relationships/tags" Target="../tags/tag506.xml"/><Relationship Id="rId14" Type="http://schemas.openxmlformats.org/officeDocument/2006/relationships/tags" Target="../tags/tag505.xml"/><Relationship Id="rId13" Type="http://schemas.openxmlformats.org/officeDocument/2006/relationships/tags" Target="../tags/tag504.xml"/><Relationship Id="rId12" Type="http://schemas.openxmlformats.org/officeDocument/2006/relationships/tags" Target="../tags/tag503.xml"/><Relationship Id="rId11" Type="http://schemas.openxmlformats.org/officeDocument/2006/relationships/tags" Target="../tags/tag502.xml"/><Relationship Id="rId10" Type="http://schemas.openxmlformats.org/officeDocument/2006/relationships/tags" Target="../tags/tag501.xml"/><Relationship Id="rId1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7" Type="http://schemas.openxmlformats.org/officeDocument/2006/relationships/tags" Target="../tags/tag510.xml"/><Relationship Id="rId6" Type="http://schemas.openxmlformats.org/officeDocument/2006/relationships/image" Target="../media/image41.png"/><Relationship Id="rId5" Type="http://schemas.openxmlformats.org/officeDocument/2006/relationships/image" Target="../media/image43.png"/><Relationship Id="rId4" Type="http://schemas.openxmlformats.org/officeDocument/2006/relationships/tags" Target="../tags/tag509.xml"/><Relationship Id="rId3" Type="http://schemas.openxmlformats.org/officeDocument/2006/relationships/tags" Target="../tags/tag508.xml"/><Relationship Id="rId2" Type="http://schemas.openxmlformats.org/officeDocument/2006/relationships/image" Target="../media/image25.jpe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18.xml"/><Relationship Id="rId8" Type="http://schemas.openxmlformats.org/officeDocument/2006/relationships/tags" Target="../tags/tag517.xml"/><Relationship Id="rId7" Type="http://schemas.openxmlformats.org/officeDocument/2006/relationships/tags" Target="../tags/tag516.xml"/><Relationship Id="rId6" Type="http://schemas.openxmlformats.org/officeDocument/2006/relationships/tags" Target="../tags/tag515.xml"/><Relationship Id="rId5" Type="http://schemas.openxmlformats.org/officeDocument/2006/relationships/tags" Target="../tags/tag514.xml"/><Relationship Id="rId4" Type="http://schemas.openxmlformats.org/officeDocument/2006/relationships/tags" Target="../tags/tag513.xml"/><Relationship Id="rId3" Type="http://schemas.openxmlformats.org/officeDocument/2006/relationships/tags" Target="../tags/tag512.xml"/><Relationship Id="rId24" Type="http://schemas.openxmlformats.org/officeDocument/2006/relationships/notesSlide" Target="../notesSlides/notesSlide6.xml"/><Relationship Id="rId23" Type="http://schemas.openxmlformats.org/officeDocument/2006/relationships/slideLayout" Target="../slideLayouts/slideLayout13.xml"/><Relationship Id="rId22" Type="http://schemas.openxmlformats.org/officeDocument/2006/relationships/tags" Target="../tags/tag530.xml"/><Relationship Id="rId21" Type="http://schemas.openxmlformats.org/officeDocument/2006/relationships/image" Target="../media/image25.jpeg"/><Relationship Id="rId20" Type="http://schemas.openxmlformats.org/officeDocument/2006/relationships/tags" Target="../tags/tag529.xml"/><Relationship Id="rId2" Type="http://schemas.openxmlformats.org/officeDocument/2006/relationships/tags" Target="../tags/tag511.xml"/><Relationship Id="rId19" Type="http://schemas.openxmlformats.org/officeDocument/2006/relationships/tags" Target="../tags/tag528.xml"/><Relationship Id="rId18" Type="http://schemas.openxmlformats.org/officeDocument/2006/relationships/tags" Target="../tags/tag527.xml"/><Relationship Id="rId17" Type="http://schemas.openxmlformats.org/officeDocument/2006/relationships/tags" Target="../tags/tag526.xml"/><Relationship Id="rId16" Type="http://schemas.openxmlformats.org/officeDocument/2006/relationships/tags" Target="../tags/tag525.xml"/><Relationship Id="rId15" Type="http://schemas.openxmlformats.org/officeDocument/2006/relationships/tags" Target="../tags/tag524.xml"/><Relationship Id="rId14" Type="http://schemas.openxmlformats.org/officeDocument/2006/relationships/tags" Target="../tags/tag523.xml"/><Relationship Id="rId13" Type="http://schemas.openxmlformats.org/officeDocument/2006/relationships/tags" Target="../tags/tag522.xml"/><Relationship Id="rId12" Type="http://schemas.openxmlformats.org/officeDocument/2006/relationships/tags" Target="../tags/tag521.xml"/><Relationship Id="rId11" Type="http://schemas.openxmlformats.org/officeDocument/2006/relationships/tags" Target="../tags/tag520.xml"/><Relationship Id="rId10" Type="http://schemas.openxmlformats.org/officeDocument/2006/relationships/tags" Target="../tags/tag519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24.png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531.xml"/><Relationship Id="rId10" Type="http://schemas.openxmlformats.org/officeDocument/2006/relationships/image" Target="../media/image51.png"/><Relationship Id="rId1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24.png"/><Relationship Id="rId1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535.xml"/><Relationship Id="rId5" Type="http://schemas.openxmlformats.org/officeDocument/2006/relationships/tags" Target="../tags/tag534.xml"/><Relationship Id="rId4" Type="http://schemas.openxmlformats.org/officeDocument/2006/relationships/tags" Target="../tags/tag533.xml"/><Relationship Id="rId3" Type="http://schemas.openxmlformats.org/officeDocument/2006/relationships/tags" Target="../tags/tag532.xml"/><Relationship Id="rId2" Type="http://schemas.openxmlformats.org/officeDocument/2006/relationships/image" Target="../media/image24.png"/><Relationship Id="rId1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1.xml"/><Relationship Id="rId5" Type="http://schemas.openxmlformats.org/officeDocument/2006/relationships/tags" Target="../tags/tag536.xml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25.jpe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2.xml"/><Relationship Id="rId5" Type="http://schemas.openxmlformats.org/officeDocument/2006/relationships/tags" Target="../tags/tag537.xml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25.jpeg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546.xml"/><Relationship Id="rId8" Type="http://schemas.openxmlformats.org/officeDocument/2006/relationships/tags" Target="../tags/tag545.xml"/><Relationship Id="rId7" Type="http://schemas.openxmlformats.org/officeDocument/2006/relationships/tags" Target="../tags/tag544.xml"/><Relationship Id="rId6" Type="http://schemas.openxmlformats.org/officeDocument/2006/relationships/tags" Target="../tags/tag543.xml"/><Relationship Id="rId5" Type="http://schemas.openxmlformats.org/officeDocument/2006/relationships/tags" Target="../tags/tag542.xml"/><Relationship Id="rId4" Type="http://schemas.openxmlformats.org/officeDocument/2006/relationships/tags" Target="../tags/tag541.xml"/><Relationship Id="rId3" Type="http://schemas.openxmlformats.org/officeDocument/2006/relationships/tags" Target="../tags/tag540.xml"/><Relationship Id="rId2" Type="http://schemas.openxmlformats.org/officeDocument/2006/relationships/tags" Target="../tags/tag539.xml"/><Relationship Id="rId18" Type="http://schemas.openxmlformats.org/officeDocument/2006/relationships/slideLayout" Target="../slideLayouts/slideLayout19.xml"/><Relationship Id="rId17" Type="http://schemas.openxmlformats.org/officeDocument/2006/relationships/tags" Target="../tags/tag552.xml"/><Relationship Id="rId16" Type="http://schemas.openxmlformats.org/officeDocument/2006/relationships/image" Target="../media/image25.jpeg"/><Relationship Id="rId15" Type="http://schemas.openxmlformats.org/officeDocument/2006/relationships/image" Target="../media/image24.png"/><Relationship Id="rId14" Type="http://schemas.openxmlformats.org/officeDocument/2006/relationships/tags" Target="../tags/tag551.xml"/><Relationship Id="rId13" Type="http://schemas.openxmlformats.org/officeDocument/2006/relationships/tags" Target="../tags/tag550.xml"/><Relationship Id="rId12" Type="http://schemas.openxmlformats.org/officeDocument/2006/relationships/tags" Target="../tags/tag549.xml"/><Relationship Id="rId11" Type="http://schemas.openxmlformats.org/officeDocument/2006/relationships/tags" Target="../tags/tag548.xml"/><Relationship Id="rId10" Type="http://schemas.openxmlformats.org/officeDocument/2006/relationships/tags" Target="../tags/tag547.xml"/><Relationship Id="rId1" Type="http://schemas.openxmlformats.org/officeDocument/2006/relationships/tags" Target="../tags/tag538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4.xml"/><Relationship Id="rId6" Type="http://schemas.openxmlformats.org/officeDocument/2006/relationships/tags" Target="../tags/tag556.xml"/><Relationship Id="rId5" Type="http://schemas.openxmlformats.org/officeDocument/2006/relationships/tags" Target="../tags/tag555.xml"/><Relationship Id="rId4" Type="http://schemas.openxmlformats.org/officeDocument/2006/relationships/tags" Target="../tags/tag554.xml"/><Relationship Id="rId3" Type="http://schemas.openxmlformats.org/officeDocument/2006/relationships/tags" Target="../tags/tag553.xml"/><Relationship Id="rId2" Type="http://schemas.openxmlformats.org/officeDocument/2006/relationships/image" Target="../media/image25.jpeg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jpeg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8.jpeg"/><Relationship Id="rId2" Type="http://schemas.openxmlformats.org/officeDocument/2006/relationships/image" Target="../media/image24.png"/><Relationship Id="rId1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076325" y="3073400"/>
            <a:ext cx="10441940" cy="671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br>
              <a:rPr lang="en-US" sz="27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45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IN" altLang="en-US" sz="2445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CSA0927 </a:t>
            </a:r>
            <a:r>
              <a:rPr lang="en-US" sz="2445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</a:t>
            </a:r>
            <a:r>
              <a:rPr lang="en-IN" altLang="en-US" sz="2445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Programming in Java</a:t>
            </a:r>
            <a:endParaRPr lang="en-IN" altLang="en-US" sz="2445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6587490" y="4190365"/>
            <a:ext cx="5203190" cy="217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2200" b="1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 </a:t>
            </a:r>
            <a:endParaRPr sz="2200" b="1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altLang="en-IN" sz="22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</a:t>
            </a:r>
            <a:r>
              <a:rPr lang="en-US" altLang="en-IN" sz="20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IN" sz="20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N.Tejaswitha(192371057)</a:t>
            </a:r>
            <a:endParaRPr lang="en-IN" sz="200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IN" sz="20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N.Vijetha(192311258)</a:t>
            </a:r>
            <a:endParaRPr lang="en-IN" sz="200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altLang="en-IN" sz="20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B.Neha</a:t>
            </a:r>
            <a:r>
              <a:rPr lang="en-IN" sz="20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(192</a:t>
            </a:r>
            <a:r>
              <a:rPr lang="en-US" altLang="en-IN" sz="20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425033</a:t>
            </a:r>
            <a:r>
              <a:rPr lang="en-IN" sz="20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lang="en-IN" sz="200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altLang="en-IN" sz="20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V.S.Meenakshy</a:t>
            </a:r>
            <a:r>
              <a:rPr lang="en-IN" sz="20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(1923</a:t>
            </a:r>
            <a:r>
              <a:rPr lang="en-US" altLang="en-IN" sz="20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25133</a:t>
            </a:r>
            <a:r>
              <a:rPr lang="en-IN" sz="200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lang="en-IN" sz="200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endParaRPr lang="en-US" altLang="en-IN" sz="200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4331" y="4756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24255" y="5071745"/>
            <a:ext cx="3475990" cy="767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</a:t>
            </a:r>
            <a:br>
              <a:rPr lang="en-US" sz="22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IN" altLang="en-US" sz="22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Dr.S.Pushpa Latha</a:t>
            </a:r>
            <a:endParaRPr lang="en-IN" altLang="en-US" sz="22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372870" y="2371090"/>
            <a:ext cx="9848215" cy="97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3200"/>
            </a:pPr>
            <a:r>
              <a:rPr lang="en-US" altLang="en-US" sz="3200" b="1" i="0" u="none" strike="noStrike" cap="none" dirty="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Design and Development of a Web-Based Internship and Placement Management System Using Java</a:t>
            </a:r>
            <a:endParaRPr lang="en-US" altLang="en-US" sz="3200" b="1" i="0" u="none" strike="noStrike" cap="none" dirty="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544445" y="386715"/>
            <a:ext cx="6684396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ENGINEERING</a:t>
            </a:r>
            <a:endParaRPr lang="en-US" sz="28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SCIENCES</a:t>
            </a:r>
            <a:endParaRPr sz="20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365731" y="1671392"/>
            <a:ext cx="704182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Capstone project presentation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21100" y="6487160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1288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>
            <a:spLocks noGrp="1"/>
          </p:cNvSpPr>
          <p:nvPr>
            <p:ph type="ftr" sz="quarter" idx="11"/>
          </p:nvPr>
        </p:nvSpPr>
        <p:spPr>
          <a:xfrm>
            <a:off x="4038600" y="646493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</a:t>
            </a:r>
            <a:r>
              <a:rPr lang="en-US" alt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0927</a:t>
            </a:r>
            <a:endParaRPr lang="en-IN" altLang="en-US" dirty="0"/>
          </a:p>
        </p:txBody>
      </p:sp>
      <p:sp>
        <p:nvSpPr>
          <p:cNvPr id="101" name="Google Shape;101;p14"/>
          <p:cNvSpPr txBox="1">
            <a:spLocks noGrp="1"/>
          </p:cNvSpPr>
          <p:nvPr/>
        </p:nvSpPr>
        <p:spPr>
          <a:xfrm>
            <a:off x="356870" y="1534795"/>
            <a:ext cx="11381740" cy="507936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42900" lvl="0" algn="just" defTabSz="914400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charset="0"/>
              <a:buChar char="Ø"/>
            </a:pPr>
            <a:r>
              <a:rPr lang="en-US" altLang="en-US" sz="2200" kern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Developed a</a:t>
            </a:r>
            <a:r>
              <a:rPr lang="en-US" altLang="en-US" sz="2200" b="1" kern="120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IN" altLang="en-US" sz="2200" b="1" kern="1200">
                <a:solidFill>
                  <a:schemeClr val="accent3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</a:t>
            </a:r>
            <a:r>
              <a:rPr lang="en-US" altLang="en-US" sz="2200" b="1" kern="1200">
                <a:solidFill>
                  <a:schemeClr val="accent3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eb-based</a:t>
            </a:r>
            <a:r>
              <a:rPr lang="en-US" altLang="en-US" sz="2200" b="1" kern="120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200" b="1" kern="1200">
                <a:solidFill>
                  <a:schemeClr val="accent3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Internship and Placement Management System using Java</a:t>
            </a:r>
            <a:r>
              <a:rPr lang="en-US" altLang="en-US" sz="2200" kern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to streamline the recruitment process.</a:t>
            </a:r>
            <a:endParaRPr lang="en-US" altLang="en-US" sz="2200" kern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algn="just" defTabSz="914400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charset="0"/>
              <a:buChar char="Ø"/>
            </a:pPr>
            <a:r>
              <a:rPr lang="en-US" altLang="en-US" sz="2200" kern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Provides separate modules for </a:t>
            </a:r>
            <a:r>
              <a:rPr lang="en-US" altLang="en-US" sz="2200" b="1" kern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Students, Companies, and Admins </a:t>
            </a:r>
            <a:r>
              <a:rPr lang="en-US" altLang="en-US" sz="2200" kern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manage internship and placement processes.</a:t>
            </a:r>
            <a:endParaRPr lang="en-US" altLang="en-US" sz="2200" kern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algn="just" defTabSz="914400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charset="0"/>
              <a:buChar char="Ø"/>
            </a:pPr>
            <a:r>
              <a:rPr lang="en-US" altLang="en-US" sz="2200" kern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Students can apply for opportunities, upload resumes, and track application status.</a:t>
            </a:r>
            <a:endParaRPr lang="en-US" altLang="en-US" sz="2200" kern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algn="just" defTabSz="914400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charset="0"/>
              <a:buChar char="Ø"/>
            </a:pPr>
            <a:r>
              <a:rPr lang="en-US" altLang="en-US" sz="2200" kern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Companies can post opportunities, review applications, and update candidate status.</a:t>
            </a:r>
            <a:endParaRPr lang="en-US" altLang="en-US" sz="2200" kern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algn="just" defTabSz="914400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charset="0"/>
              <a:buChar char="Ø"/>
            </a:pPr>
            <a:r>
              <a:rPr lang="en-US" altLang="en-US" sz="2200" kern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Admins can monitor</a:t>
            </a:r>
            <a:r>
              <a:rPr lang="en-US" altLang="en-US" sz="2200" b="1" kern="12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users, internships, placements, and applications</a:t>
            </a:r>
            <a:r>
              <a:rPr lang="en-US" altLang="en-US" sz="2200" kern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through a dashboard.</a:t>
            </a:r>
            <a:endParaRPr lang="en-US" altLang="en-US" sz="2200" kern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algn="just" defTabSz="914400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charset="0"/>
              <a:buChar char="Ø"/>
            </a:pPr>
            <a:r>
              <a:rPr lang="en-US" altLang="en-US" sz="2200" kern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Built using </a:t>
            </a:r>
            <a:r>
              <a:rPr lang="en-US" altLang="en-US" sz="2200" b="1" kern="12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Java, JSP, Servlets, JDBC, HTML, CSS, and MySQL</a:t>
            </a:r>
            <a:r>
              <a:rPr lang="en-US" altLang="en-US" sz="2200" kern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following the MVC architecture.</a:t>
            </a:r>
            <a:endParaRPr lang="en-US" altLang="en-US" sz="2200" kern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defTabSz="914400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charset="0"/>
              <a:buNone/>
            </a:pPr>
            <a:endParaRPr lang="en-US" altLang="en-US" sz="2200" kern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435985" y="568325"/>
            <a:ext cx="5319395" cy="600075"/>
          </a:xfrm>
        </p:spPr>
        <p:txBody>
          <a:bodyPr/>
          <a:lstStyle/>
          <a:p>
            <a:r>
              <a:rPr lang="en-US" sz="3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84600" y="290830"/>
            <a:ext cx="4777105" cy="928370"/>
          </a:xfrm>
        </p:spPr>
        <p:txBody>
          <a:bodyPr wrap="square">
            <a:normAutofit/>
          </a:bodyPr>
          <a:lstStyle/>
          <a:p>
            <a:pPr algn="ctr"/>
            <a:r>
              <a:rPr lang="en-IN" altLang="en-US" sz="3400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altLang="en-US" sz="3400" dirty="0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>
            <a:spLocks noGrp="1"/>
          </p:cNvSpPr>
          <p:nvPr>
            <p:ph type="ftr" sz="quarter" idx="11"/>
          </p:nvPr>
        </p:nvSpPr>
        <p:spPr>
          <a:xfrm>
            <a:off x="4038600" y="6502400"/>
            <a:ext cx="4114800" cy="28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</a:t>
            </a:r>
            <a:r>
              <a:rPr lang="en-US" alt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0927</a:t>
            </a:r>
            <a:endParaRPr lang="en-I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69875" y="1560830"/>
            <a:ext cx="11571605" cy="4941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Internship and placement management is an important process for connecting students with career opportunities.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Traditional methods involve </a:t>
            </a:r>
            <a:r>
              <a:rPr lang="en-US" altLang="en-US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manual work</a:t>
            </a: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difficulties in </a:t>
            </a: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managing recruitment information.</a:t>
            </a:r>
            <a:endParaRPr lang="en-US" altLang="en-US" sz="23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project provides a structured platform to</a:t>
            </a:r>
            <a:r>
              <a:rPr lang="en-US" altLang="en-US" sz="23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300" b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manage student, company, placement activities</a:t>
            </a:r>
            <a:r>
              <a:rPr lang="en-IN" altLang="en-US" sz="2300" b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&amp; Internship activities.</a:t>
            </a:r>
            <a:endParaRPr lang="en-US" altLang="en-US" sz="2300" b="1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improves efficiency, reduces paperwork, and simplifies the recruitment process.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portal enables </a:t>
            </a:r>
            <a:r>
              <a:rPr lang="en-US" altLang="en-US" sz="2300" b="1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better communication and transparency between students, companies, and admins.</a:t>
            </a:r>
            <a:endParaRPr lang="en-US" altLang="en-US" sz="2300" b="1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>
            <a:spLocks noGrp="1"/>
          </p:cNvSpPr>
          <p:nvPr/>
        </p:nvSpPr>
        <p:spPr>
          <a:xfrm>
            <a:off x="356870" y="1455420"/>
            <a:ext cx="11304905" cy="503174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44500" lvl="0" algn="just" defTabSz="914400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altLang="en-US" sz="2300" b="1" kern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Traditional internship and placement</a:t>
            </a:r>
            <a:r>
              <a:rPr lang="en-US" altLang="en-US" sz="2300" kern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processes involve </a:t>
            </a:r>
            <a:r>
              <a:rPr lang="en-US" altLang="en-US" sz="2300" b="1" kern="1200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manual work</a:t>
            </a: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and difficulty in managing recruitment data.</a:t>
            </a:r>
            <a:endParaRPr lang="en-US" altLang="en-US" sz="2300" kern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4500" lvl="0" algn="just" defTabSz="914400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Students face challenges in </a:t>
            </a:r>
            <a:r>
              <a:rPr lang="en-US" altLang="en-US" sz="2300" b="1" kern="12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finding opportunities and tracking applications.</a:t>
            </a:r>
            <a:endParaRPr lang="en-US" altLang="en-US" sz="2300" b="1" kern="12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4500" lvl="0" algn="just" defTabSz="914400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Companies and admins lack an efficient platform to manage recruitment activities.</a:t>
            </a:r>
            <a:endParaRPr lang="en-US" altLang="en-US" sz="2300" kern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4500" lvl="0" algn="just" defTabSz="914400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centralized system is needed to </a:t>
            </a:r>
            <a:r>
              <a:rPr lang="en-US" altLang="en-US" sz="2300" b="1" kern="1200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automate and simplify internship and placement management.</a:t>
            </a:r>
            <a:endParaRPr lang="en-US" altLang="en-US" sz="2300" b="1" kern="1200" dirty="0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4500" lvl="0" algn="just" defTabSz="914400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absence of a unified platform leads to </a:t>
            </a:r>
            <a:r>
              <a:rPr lang="en-US" altLang="en-US" sz="2300" b="1" kern="1200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poor coordination and communication</a:t>
            </a: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between students and recruiters.</a:t>
            </a:r>
            <a:endParaRPr lang="en-US" altLang="en-US" sz="2300" kern="1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4500" lvl="0" algn="just" defTabSz="914400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Lack of real-time updates and centralized records </a:t>
            </a:r>
            <a:r>
              <a:rPr lang="en-US" altLang="en-US" sz="2300" b="1" kern="12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reduces transparency.</a:t>
            </a:r>
            <a:endParaRPr lang="en-US" altLang="en-US" sz="2300" b="1" kern="12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381125" y="516255"/>
            <a:ext cx="9239250" cy="694055"/>
          </a:xfrm>
        </p:spPr>
        <p:txBody>
          <a:bodyPr/>
          <a:lstStyle/>
          <a:p>
            <a:pPr algn="ctr"/>
            <a:r>
              <a:rPr lang="en-US" sz="34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IN" altLang="en-US" sz="34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IN" altLang="en-US" sz="3400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834765" y="6487160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>
          <a:xfrm>
            <a:off x="9291320" y="6356350"/>
            <a:ext cx="27432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sz="3400" b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400" b="1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任意多边形 19"/>
          <p:cNvSpPr/>
          <p:nvPr>
            <p:custDataLst>
              <p:tags r:id="rId4"/>
            </p:custDataLst>
          </p:nvPr>
        </p:nvSpPr>
        <p:spPr>
          <a:xfrm>
            <a:off x="944942" y="3017698"/>
            <a:ext cx="5036458" cy="13860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 algn="l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enable </a:t>
            </a:r>
            <a:r>
              <a:rPr lang="en-US" altLang="en-US" sz="18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to find opportunities, apply online, upload resumes, and track application status.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任意多边形 22"/>
          <p:cNvSpPr/>
          <p:nvPr>
            <p:custDataLst>
              <p:tags r:id="rId5"/>
            </p:custDataLst>
          </p:nvPr>
        </p:nvSpPr>
        <p:spPr>
          <a:xfrm>
            <a:off x="944942" y="4678313"/>
            <a:ext cx="5036458" cy="13860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provide</a:t>
            </a:r>
            <a:r>
              <a:rPr lang="en-US" alt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1800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admins </a:t>
            </a: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 tools to </a:t>
            </a:r>
            <a:r>
              <a:rPr lang="en-US" altLang="en-US" sz="1800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monitor and manage overall portal activities.</a:t>
            </a:r>
            <a:endParaRPr lang="en-US" alt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6"/>
            </p:custDataLst>
          </p:nvPr>
        </p:nvSpPr>
        <p:spPr>
          <a:xfrm>
            <a:off x="944942" y="1357718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 algn="l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develop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centralized web-based platform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</a:t>
            </a:r>
            <a:r>
              <a:rPr lang="en-US" altLang="en-US" sz="1800" b="1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managing internship and placement activities.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任意多边形 27"/>
          <p:cNvSpPr/>
          <p:nvPr>
            <p:custDataLst>
              <p:tags r:id="rId7"/>
            </p:custDataLst>
          </p:nvPr>
        </p:nvSpPr>
        <p:spPr>
          <a:xfrm>
            <a:off x="6467837" y="1357718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provide separate modules for </a:t>
            </a:r>
            <a:r>
              <a:rPr lang="en-US" altLang="en-US" sz="1800" b="1" dirty="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students, companies, and admins.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椭圆 4"/>
          <p:cNvSpPr/>
          <p:nvPr>
            <p:custDataLst>
              <p:tags r:id="rId8"/>
            </p:custDataLst>
          </p:nvPr>
        </p:nvSpPr>
        <p:spPr>
          <a:xfrm>
            <a:off x="697914" y="1725403"/>
            <a:ext cx="648143" cy="64814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椭圆 21"/>
          <p:cNvSpPr/>
          <p:nvPr>
            <p:custDataLst>
              <p:tags r:id="rId9"/>
            </p:custDataLst>
          </p:nvPr>
        </p:nvSpPr>
        <p:spPr>
          <a:xfrm>
            <a:off x="697914" y="3385383"/>
            <a:ext cx="648143" cy="64814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5" name="椭圆 24"/>
          <p:cNvSpPr/>
          <p:nvPr>
            <p:custDataLst>
              <p:tags r:id="rId10"/>
            </p:custDataLst>
          </p:nvPr>
        </p:nvSpPr>
        <p:spPr>
          <a:xfrm>
            <a:off x="697914" y="5045363"/>
            <a:ext cx="648143" cy="6481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任意多边形 2"/>
          <p:cNvSpPr/>
          <p:nvPr>
            <p:custDataLst>
              <p:tags r:id="rId11"/>
            </p:custDataLst>
          </p:nvPr>
        </p:nvSpPr>
        <p:spPr>
          <a:xfrm>
            <a:off x="6468472" y="3018333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allow </a:t>
            </a:r>
            <a:r>
              <a:rPr lang="en-US" altLang="en-US" sz="1800" b="1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companies to post opportunities and manage student applications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efficiently.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椭圆 28"/>
          <p:cNvSpPr/>
          <p:nvPr>
            <p:custDataLst>
              <p:tags r:id="rId12"/>
            </p:custDataLst>
          </p:nvPr>
        </p:nvSpPr>
        <p:spPr>
          <a:xfrm>
            <a:off x="6220808" y="1725403"/>
            <a:ext cx="648143" cy="6481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8" name="椭圆 3"/>
          <p:cNvSpPr/>
          <p:nvPr>
            <p:custDataLst>
              <p:tags r:id="rId13"/>
            </p:custDataLst>
          </p:nvPr>
        </p:nvSpPr>
        <p:spPr>
          <a:xfrm>
            <a:off x="6221444" y="3386018"/>
            <a:ext cx="648143" cy="64814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9" name="任意多边形 11"/>
          <p:cNvSpPr/>
          <p:nvPr>
            <p:custDataLst>
              <p:tags r:id="rId14"/>
            </p:custDataLst>
          </p:nvPr>
        </p:nvSpPr>
        <p:spPr>
          <a:xfrm>
            <a:off x="6469107" y="4679584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reduce manual work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</a:t>
            </a:r>
            <a:r>
              <a:rPr lang="en-US" altLang="en-US" sz="18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improve the efficiency and transparency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of the recruitment process.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椭圆 12"/>
          <p:cNvSpPr/>
          <p:nvPr>
            <p:custDataLst>
              <p:tags r:id="rId15"/>
            </p:custDataLst>
          </p:nvPr>
        </p:nvSpPr>
        <p:spPr>
          <a:xfrm>
            <a:off x="6222079" y="5047268"/>
            <a:ext cx="648143" cy="64814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06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ftr" idx="11"/>
          </p:nvPr>
        </p:nvSpPr>
        <p:spPr>
          <a:xfrm>
            <a:off x="40767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</a:t>
            </a:r>
            <a:r>
              <a:rPr lang="en-US" alt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0927</a:t>
            </a:r>
            <a:endParaRPr lang="en-IN" altLang="en-US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IN" altLang="en-US" dirty="0"/>
          </a:p>
        </p:txBody>
      </p:sp>
    </p:spTree>
    <p:custDataLst>
      <p:tags r:id="rId1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419350" y="474345"/>
            <a:ext cx="7168515" cy="777240"/>
          </a:xfrm>
        </p:spPr>
        <p:txBody>
          <a:bodyPr/>
          <a:lstStyle/>
          <a:p>
            <a:pPr algn="ctr"/>
            <a:r>
              <a:rPr lang="en-US" sz="3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序号"/>
          <p:cNvSpPr txBox="1"/>
          <p:nvPr>
            <p:custDataLst>
              <p:tags r:id="rId4"/>
            </p:custDataLst>
          </p:nvPr>
        </p:nvSpPr>
        <p:spPr>
          <a:xfrm>
            <a:off x="753806" y="1830103"/>
            <a:ext cx="629123" cy="629123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40000"/>
                  <a:lumOff val="60000"/>
                  <a:alpha val="100000"/>
                </a:schemeClr>
              </a:gs>
              <a:gs pos="0">
                <a:schemeClr val="accent1">
                  <a:lumMod val="20000"/>
                  <a:lumOff val="80000"/>
                  <a:alpha val="0"/>
                </a:schemeClr>
              </a:gs>
            </a:gsLst>
            <a:lin ang="13500000" scaled="1"/>
            <a:tileRect/>
          </a:gradFill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  <a:cs typeface="+mn-cs"/>
                <a:sym typeface="+mn-ea"/>
              </a:rPr>
              <a:t>01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  <a:cs typeface="+mn-cs"/>
              <a:sym typeface="+mn-ea"/>
            </a:endParaRPr>
          </a:p>
        </p:txBody>
      </p:sp>
      <p:sp>
        <p:nvSpPr>
          <p:cNvPr id="3" name="项标题"/>
          <p:cNvSpPr txBox="1"/>
          <p:nvPr>
            <p:custDataLst>
              <p:tags r:id="rId5"/>
            </p:custDataLst>
          </p:nvPr>
        </p:nvSpPr>
        <p:spPr>
          <a:xfrm>
            <a:off x="1492250" y="1697990"/>
            <a:ext cx="9603740" cy="9385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Requirement Analysis – </a:t>
            </a:r>
            <a:r>
              <a:rPr lang="en-US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Identify the needs of students, companies, and admin for internship and placement management.</a:t>
            </a:r>
            <a:r>
              <a:rPr lang="en-IN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endParaRPr lang="en-IN" altLang="en-US" sz="2300" dirty="0">
              <a:solidFill>
                <a:srgbClr val="333333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序号"/>
          <p:cNvSpPr txBox="1"/>
          <p:nvPr>
            <p:custDataLst>
              <p:tags r:id="rId6"/>
            </p:custDataLst>
          </p:nvPr>
        </p:nvSpPr>
        <p:spPr>
          <a:xfrm>
            <a:off x="753947" y="4487121"/>
            <a:ext cx="629123" cy="629123"/>
          </a:xfrm>
          <a:prstGeom prst="roundRect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  <a:alpha val="100000"/>
                </a:schemeClr>
              </a:gs>
              <a:gs pos="0">
                <a:schemeClr val="accent4">
                  <a:lumMod val="20000"/>
                  <a:lumOff val="80000"/>
                  <a:alpha val="0"/>
                </a:schemeClr>
              </a:gs>
            </a:gsLst>
            <a:lin ang="13500000" scaled="1"/>
            <a:tileRect/>
          </a:gradFill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n-ea"/>
                <a:ea typeface="+mn-ea"/>
                <a:cs typeface="+mn-cs"/>
                <a:sym typeface="+mn-ea"/>
              </a:rPr>
              <a:t>04</a:t>
            </a:r>
            <a:endParaRPr lang="en-US" sz="2000" b="1" dirty="0">
              <a:solidFill>
                <a:schemeClr val="accent4">
                  <a:lumMod val="75000"/>
                </a:schemeClr>
              </a:solidFill>
              <a:latin typeface="+mn-ea"/>
              <a:ea typeface="+mn-ea"/>
              <a:cs typeface="+mn-cs"/>
              <a:sym typeface="+mn-ea"/>
            </a:endParaRPr>
          </a:p>
        </p:txBody>
      </p:sp>
      <p:sp>
        <p:nvSpPr>
          <p:cNvPr id="6" name="项标题"/>
          <p:cNvSpPr txBox="1"/>
          <p:nvPr>
            <p:custDataLst>
              <p:tags r:id="rId7"/>
            </p:custDataLst>
          </p:nvPr>
        </p:nvSpPr>
        <p:spPr>
          <a:xfrm>
            <a:off x="1492250" y="4324985"/>
            <a:ext cx="9791065" cy="10699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Testing –</a:t>
            </a:r>
            <a:r>
              <a:rPr lang="en-IN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Test all modules including registration, login, resume upload, applications, and status updates.</a:t>
            </a:r>
            <a:r>
              <a:rPr lang="en-IN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</a:t>
            </a:r>
            <a:endParaRPr lang="en-IN" altLang="en-US" sz="2300" b="1" dirty="0">
              <a:solidFill>
                <a:srgbClr val="333333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序号"/>
          <p:cNvSpPr txBox="1"/>
          <p:nvPr>
            <p:custDataLst>
              <p:tags r:id="rId8"/>
            </p:custDataLst>
          </p:nvPr>
        </p:nvSpPr>
        <p:spPr>
          <a:xfrm>
            <a:off x="753782" y="2696232"/>
            <a:ext cx="629123" cy="629123"/>
          </a:xfrm>
          <a:prstGeom prst="roundRect">
            <a:avLst/>
          </a:prstGeom>
          <a:gradFill flip="none" rotWithShape="1">
            <a:gsLst>
              <a:gs pos="100000">
                <a:schemeClr val="accent2">
                  <a:lumMod val="40000"/>
                  <a:lumOff val="60000"/>
                  <a:alpha val="100000"/>
                </a:schemeClr>
              </a:gs>
              <a:gs pos="0">
                <a:schemeClr val="accent2">
                  <a:lumMod val="20000"/>
                  <a:lumOff val="80000"/>
                  <a:alpha val="0"/>
                </a:schemeClr>
              </a:gs>
            </a:gsLst>
            <a:lin ang="13500000" scaled="1"/>
            <a:tileRect/>
          </a:gradFill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  <a:cs typeface="+mn-cs"/>
                <a:sym typeface="+mn-ea"/>
              </a:rPr>
              <a:t>02</a:t>
            </a:r>
            <a:endParaRPr lang="en-US" sz="2000" b="1" dirty="0">
              <a:solidFill>
                <a:schemeClr val="accent2">
                  <a:lumMod val="75000"/>
                </a:schemeClr>
              </a:solidFill>
              <a:latin typeface="+mn-ea"/>
              <a:ea typeface="+mn-ea"/>
              <a:cs typeface="+mn-cs"/>
              <a:sym typeface="+mn-ea"/>
            </a:endParaRPr>
          </a:p>
        </p:txBody>
      </p:sp>
      <p:sp>
        <p:nvSpPr>
          <p:cNvPr id="8" name="项标题"/>
          <p:cNvSpPr txBox="1"/>
          <p:nvPr>
            <p:custDataLst>
              <p:tags r:id="rId9"/>
            </p:custDataLst>
          </p:nvPr>
        </p:nvSpPr>
        <p:spPr>
          <a:xfrm>
            <a:off x="1492885" y="2668270"/>
            <a:ext cx="9869170" cy="6953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System Design – </a:t>
            </a:r>
            <a:r>
              <a:rPr lang="en-US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Design the system architecture, database structure, and user modules.</a:t>
            </a:r>
            <a:endParaRPr lang="en-US" altLang="en-US" sz="2300" dirty="0">
              <a:solidFill>
                <a:srgbClr val="333333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序号"/>
          <p:cNvSpPr txBox="1"/>
          <p:nvPr>
            <p:custDataLst>
              <p:tags r:id="rId10"/>
            </p:custDataLst>
          </p:nvPr>
        </p:nvSpPr>
        <p:spPr>
          <a:xfrm>
            <a:off x="753608" y="5411575"/>
            <a:ext cx="629123" cy="629123"/>
          </a:xfrm>
          <a:prstGeom prst="roundRect">
            <a:avLst/>
          </a:prstGeom>
          <a:gradFill flip="none" rotWithShape="1">
            <a:gsLst>
              <a:gs pos="100000">
                <a:schemeClr val="accent5">
                  <a:lumMod val="40000"/>
                  <a:lumOff val="60000"/>
                  <a:alpha val="100000"/>
                </a:schemeClr>
              </a:gs>
              <a:gs pos="0">
                <a:schemeClr val="accent5">
                  <a:lumMod val="20000"/>
                  <a:lumOff val="80000"/>
                  <a:alpha val="0"/>
                </a:schemeClr>
              </a:gs>
            </a:gsLst>
            <a:lin ang="13500000" scaled="1"/>
            <a:tileRect/>
          </a:gradFill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  <a:cs typeface="+mn-cs"/>
                <a:sym typeface="+mn-ea"/>
              </a:rPr>
              <a:t>05</a:t>
            </a:r>
            <a:endParaRPr lang="en-US" sz="2000" b="1" dirty="0">
              <a:solidFill>
                <a:schemeClr val="accent5">
                  <a:lumMod val="75000"/>
                </a:schemeClr>
              </a:solidFill>
              <a:latin typeface="+mn-ea"/>
              <a:ea typeface="+mn-ea"/>
              <a:cs typeface="+mn-cs"/>
              <a:sym typeface="+mn-ea"/>
            </a:endParaRPr>
          </a:p>
        </p:txBody>
      </p:sp>
      <p:sp>
        <p:nvSpPr>
          <p:cNvPr id="10" name="项标题"/>
          <p:cNvSpPr txBox="1"/>
          <p:nvPr>
            <p:custDataLst>
              <p:tags r:id="rId11"/>
            </p:custDataLst>
          </p:nvPr>
        </p:nvSpPr>
        <p:spPr>
          <a:xfrm>
            <a:off x="1492885" y="5223510"/>
            <a:ext cx="9389110" cy="10699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Deployment &amp;</a:t>
            </a:r>
            <a:r>
              <a:rPr lang="en-IN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Evaluation –</a:t>
            </a:r>
            <a:r>
              <a:rPr lang="en-IN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Deploy the web application and verify its performance. </a:t>
            </a:r>
            <a:r>
              <a:rPr lang="en-IN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endParaRPr lang="en-IN" altLang="en-US" sz="2300" dirty="0">
              <a:solidFill>
                <a:srgbClr val="333333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序号"/>
          <p:cNvSpPr txBox="1"/>
          <p:nvPr>
            <p:custDataLst>
              <p:tags r:id="rId12"/>
            </p:custDataLst>
          </p:nvPr>
        </p:nvSpPr>
        <p:spPr>
          <a:xfrm>
            <a:off x="753996" y="3562383"/>
            <a:ext cx="629123" cy="629123"/>
          </a:xfrm>
          <a:prstGeom prst="roundRect">
            <a:avLst/>
          </a:prstGeom>
          <a:gradFill flip="none" rotWithShape="1">
            <a:gsLst>
              <a:gs pos="100000">
                <a:schemeClr val="accent3">
                  <a:lumMod val="40000"/>
                  <a:lumOff val="60000"/>
                  <a:alpha val="100000"/>
                </a:schemeClr>
              </a:gs>
              <a:gs pos="0">
                <a:schemeClr val="accent3">
                  <a:lumMod val="20000"/>
                  <a:lumOff val="80000"/>
                  <a:alpha val="0"/>
                </a:schemeClr>
              </a:gs>
            </a:gsLst>
            <a:lin ang="13500000" scaled="1"/>
            <a:tileRect/>
          </a:gradFill>
        </p:spPr>
        <p:txBody>
          <a:bodyPr wrap="none" lIns="0" tIns="0" rIns="0" bIns="0" rtlCol="0" anchor="ctr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+mn-ea"/>
                <a:ea typeface="+mn-ea"/>
                <a:cs typeface="+mn-cs"/>
                <a:sym typeface="+mn-ea"/>
              </a:rPr>
              <a:t>03</a:t>
            </a:r>
            <a:endParaRPr lang="en-US" sz="2000" b="1" dirty="0">
              <a:solidFill>
                <a:schemeClr val="accent3">
                  <a:lumMod val="75000"/>
                </a:schemeClr>
              </a:solidFill>
              <a:latin typeface="+mn-ea"/>
              <a:ea typeface="+mn-ea"/>
              <a:cs typeface="+mn-cs"/>
              <a:sym typeface="+mn-ea"/>
            </a:endParaRPr>
          </a:p>
        </p:txBody>
      </p:sp>
      <p:sp>
        <p:nvSpPr>
          <p:cNvPr id="11" name="项标题"/>
          <p:cNvSpPr txBox="1"/>
          <p:nvPr>
            <p:custDataLst>
              <p:tags r:id="rId13"/>
            </p:custDataLst>
          </p:nvPr>
        </p:nvSpPr>
        <p:spPr>
          <a:xfrm>
            <a:off x="1492885" y="3395345"/>
            <a:ext cx="9132570" cy="10693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Development </a:t>
            </a:r>
            <a:r>
              <a:rPr lang="en-IN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–</a:t>
            </a:r>
            <a:r>
              <a:rPr lang="en-IN" altLang="en-US" sz="2300" b="1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Implement the portal using </a:t>
            </a:r>
            <a:r>
              <a:rPr lang="en-IN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Java, </a:t>
            </a:r>
            <a:r>
              <a:rPr lang="en-US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JSP, Servlets, JDBC, HTML, CSS, and MySQL.</a:t>
            </a:r>
            <a:r>
              <a:rPr lang="en-IN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300" dirty="0">
                <a:solidFill>
                  <a:srgbClr val="33333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endParaRPr lang="en-US" altLang="en-US" sz="2300" dirty="0">
              <a:solidFill>
                <a:srgbClr val="333333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837940" y="6487160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idx="12"/>
          </p:nvPr>
        </p:nvSpPr>
        <p:spPr>
          <a:xfrm>
            <a:off x="9291193" y="6356350"/>
            <a:ext cx="27432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1853545" y="6529705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>
              <a:lnSpc>
                <a:spcPct val="140000"/>
              </a:lnSpc>
            </a:pPr>
            <a:endParaRPr 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  <a:alpha val="50000"/>
              </a:schemeClr>
            </a:gs>
            <a:gs pos="100000">
              <a:schemeClr val="bg1"/>
            </a:gs>
          </a:gsLst>
          <a:lin ang="14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"/>
            <p:custDataLst>
              <p:tags r:id="rId1"/>
            </p:custDataLst>
          </p:nvPr>
        </p:nvSpPr>
        <p:spPr>
          <a:xfrm>
            <a:off x="2870835" y="276860"/>
            <a:ext cx="6449695" cy="1182370"/>
          </a:xfrm>
        </p:spPr>
        <p:txBody>
          <a:bodyPr>
            <a:normAutofit/>
          </a:bodyPr>
          <a:lstStyle/>
          <a:p>
            <a:pPr algn="ctr"/>
            <a:r>
              <a:rPr lang="en-IN" altLang="en-US" sz="34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altLang="en-US" sz="3400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sz="1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930015" y="6487160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355600" y="1655445"/>
          <a:ext cx="11471275" cy="3918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255"/>
                <a:gridCol w="2294255"/>
                <a:gridCol w="2294255"/>
                <a:gridCol w="2294255"/>
                <a:gridCol w="2294255"/>
              </a:tblGrid>
              <a:tr h="60071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US" altLang="zh-CN" sz="180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altLang="en-US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altLang="en-US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US" altLang="en-US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US" altLang="en-US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9010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Sharma et al.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placement </a:t>
                      </a: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Process.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placement portal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Kumar &amp; S. Verma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Internship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internship portal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internship management 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601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Singh et al.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Tracking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 - time 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tracking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application status tracking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Patel &amp; R. Shah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Independent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role-based user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Fragmented manual process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-based Internship &amp; Placement Management System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2790825" y="6040120"/>
            <a:ext cx="6609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- 01 :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Existing and Proposed System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>
            <a:spLocks noGrp="1"/>
          </p:cNvSpPr>
          <p:nvPr/>
        </p:nvSpPr>
        <p:spPr>
          <a:xfrm>
            <a:off x="138430" y="1674495"/>
            <a:ext cx="11896090" cy="46818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480695" lvl="0" algn="just" defTabSz="914400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 a </a:t>
            </a:r>
            <a:r>
              <a:rPr lang="en-US" altLang="en-US" sz="2300" b="1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Web-Based Internship and Placement Management Portal</a:t>
            </a:r>
            <a:r>
              <a:rPr lang="en-IN" altLang="en-US" sz="2300" b="1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Using Java</a:t>
            </a: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to automate recruitment activities.</a:t>
            </a:r>
            <a:endParaRPr lang="en-US" altLang="en-US" sz="2300" kern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80695" lvl="0" algn="just" defTabSz="914400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 separate modules for</a:t>
            </a:r>
            <a:r>
              <a:rPr lang="en-US" altLang="en-US" sz="2300" b="1" kern="1200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300" b="1" kern="1200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Students, Companies, and Admin</a:t>
            </a:r>
            <a:r>
              <a:rPr lang="en-US" altLang="en-US" sz="2300" kern="1200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with secure access.</a:t>
            </a:r>
            <a:endParaRPr lang="en-US" altLang="en-US" sz="2300" kern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80695" lvl="0" algn="just" defTabSz="914400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Enable students to register, upload resumes, apply for opportunities, and track application status.</a:t>
            </a:r>
            <a:endParaRPr lang="en-US" altLang="en-US" sz="2300" kern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80695" lvl="0" algn="just" defTabSz="914400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Allow companies to </a:t>
            </a:r>
            <a:r>
              <a:rPr lang="en-US" altLang="en-US" sz="2300" b="1" kern="12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post internships and placements, view applications, and update candidate status.</a:t>
            </a:r>
            <a:endParaRPr lang="en-US" altLang="en-US" sz="2300" b="1" kern="12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80695" lvl="0" algn="just" defTabSz="914400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 admin with a centralized dashboard to monitor users, opportunities, and applications.</a:t>
            </a:r>
            <a:endParaRPr lang="en-US" altLang="en-US" sz="2300" kern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80695" lvl="0" algn="just" defTabSz="914400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</a:t>
            </a:r>
            <a:r>
              <a:rPr lang="en-US" altLang="en-US" sz="2300" b="1" kern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Java, JSP, Servlets, JDBC, HTML, CSS, and MySQL </a:t>
            </a:r>
            <a:r>
              <a:rPr lang="en-US" altLang="en-US" sz="2300" kern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 system development.</a:t>
            </a:r>
            <a:endParaRPr lang="en-US" altLang="en-US" sz="2300" kern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3079750" y="360680"/>
            <a:ext cx="6348730" cy="551180"/>
          </a:xfrm>
        </p:spPr>
        <p:txBody>
          <a:bodyPr wrap="square">
            <a:normAutofit/>
          </a:bodyPr>
          <a:lstStyle/>
          <a:p>
            <a:r>
              <a:rPr lang="en-US" sz="340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altLang="en-US" sz="340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IN" altLang="en-US" sz="340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8849360" y="6356350"/>
            <a:ext cx="27432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930015" y="6487160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635" y="274955"/>
            <a:ext cx="8530590" cy="850265"/>
          </a:xfrm>
        </p:spPr>
        <p:txBody>
          <a:bodyPr/>
          <a:p>
            <a:r>
              <a:rPr lang="en-IN" altLang="en-US" sz="3200" b="1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altLang="en-US" sz="3200" b="1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152" name="Google Shape;152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 Box 18"/>
          <p:cNvSpPr txBox="1"/>
          <p:nvPr/>
        </p:nvSpPr>
        <p:spPr>
          <a:xfrm>
            <a:off x="2437130" y="5842000"/>
            <a:ext cx="7494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FIG - 01 :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of Internhip and Placement Management Sytem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877945" y="6487160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Picture 5" descr="ChatGPT Image Aug 9, 2026, 10_49_08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50" y="998855"/>
            <a:ext cx="9022080" cy="4843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23756" y="7478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7478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85240" y="274955"/>
            <a:ext cx="9229090" cy="1143000"/>
          </a:xfrm>
        </p:spPr>
        <p:txBody>
          <a:bodyPr wrap="square">
            <a:normAutofit/>
          </a:bodyPr>
          <a:lstStyle/>
          <a:p>
            <a:r>
              <a:rPr lang="en-US" sz="3400" b="1" spc="0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Module 01:</a:t>
            </a:r>
            <a:r>
              <a:rPr lang="en-IN" altLang="en-US" sz="3400" b="1" spc="0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400" b="1" spc="0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</a:t>
            </a:r>
            <a:r>
              <a:rPr lang="en-IN" altLang="en-US" sz="3400" b="1" spc="0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spc="0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lang="en-US" sz="3400" b="1" spc="0" dirty="0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图形 4"/>
          <p:cNvSpPr/>
          <p:nvPr>
            <p:custDataLst>
              <p:tags r:id="rId4"/>
            </p:custDataLst>
          </p:nvPr>
        </p:nvSpPr>
        <p:spPr>
          <a:xfrm flipH="1">
            <a:off x="5036696" y="2264684"/>
            <a:ext cx="1648468" cy="1369439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图形 8"/>
          <p:cNvSpPr/>
          <p:nvPr>
            <p:custDataLst>
              <p:tags r:id="rId5"/>
            </p:custDataLst>
          </p:nvPr>
        </p:nvSpPr>
        <p:spPr>
          <a:xfrm rot="18000000" flipH="1">
            <a:off x="4031747" y="2635113"/>
            <a:ext cx="1648468" cy="1369439"/>
          </a:xfrm>
          <a:custGeom>
            <a:avLst/>
            <a:gdLst>
              <a:gd name="connsiteX0" fmla="*/ 0 w 1791589"/>
              <a:gd name="connsiteY0" fmla="*/ 0 h 1488335"/>
              <a:gd name="connsiteX1" fmla="*/ 1382444 w 1791589"/>
              <a:gd name="connsiteY1" fmla="*/ 1488336 h 1488335"/>
              <a:gd name="connsiteX2" fmla="*/ 1791590 w 1791589"/>
              <a:gd name="connsiteY2" fmla="*/ 197814 h 1488335"/>
              <a:gd name="connsiteX3" fmla="*/ 0 w 1791589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89" h="1488335">
                <a:moveTo>
                  <a:pt x="0" y="0"/>
                </a:moveTo>
                <a:cubicBezTo>
                  <a:pt x="0" y="0"/>
                  <a:pt x="141038" y="1149484"/>
                  <a:pt x="1382444" y="1488336"/>
                </a:cubicBezTo>
                <a:cubicBezTo>
                  <a:pt x="1382444" y="1488336"/>
                  <a:pt x="1382444" y="712401"/>
                  <a:pt x="1791590" y="197814"/>
                </a:cubicBezTo>
                <a:cubicBezTo>
                  <a:pt x="1791590" y="197363"/>
                  <a:pt x="733578" y="52900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图形 9"/>
          <p:cNvSpPr/>
          <p:nvPr>
            <p:custDataLst>
              <p:tags r:id="rId6"/>
            </p:custDataLst>
          </p:nvPr>
        </p:nvSpPr>
        <p:spPr>
          <a:xfrm rot="14400000" flipH="1">
            <a:off x="3854712" y="3689142"/>
            <a:ext cx="1648468" cy="1369439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lumOff val="5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图形 10"/>
          <p:cNvSpPr/>
          <p:nvPr>
            <p:custDataLst>
              <p:tags r:id="rId7"/>
            </p:custDataLst>
          </p:nvPr>
        </p:nvSpPr>
        <p:spPr>
          <a:xfrm rot="10800000" flipH="1">
            <a:off x="4677953" y="4373908"/>
            <a:ext cx="1648468" cy="1369438"/>
          </a:xfrm>
          <a:custGeom>
            <a:avLst/>
            <a:gdLst>
              <a:gd name="connsiteX0" fmla="*/ 0 w 1791590"/>
              <a:gd name="connsiteY0" fmla="*/ 0 h 1488334"/>
              <a:gd name="connsiteX1" fmla="*/ 1382445 w 1791590"/>
              <a:gd name="connsiteY1" fmla="*/ 1488335 h 1488334"/>
              <a:gd name="connsiteX2" fmla="*/ 1791591 w 1791590"/>
              <a:gd name="connsiteY2" fmla="*/ 197814 h 1488334"/>
              <a:gd name="connsiteX3" fmla="*/ 0 w 1791590"/>
              <a:gd name="connsiteY3" fmla="*/ 0 h 1488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4">
                <a:moveTo>
                  <a:pt x="0" y="0"/>
                </a:moveTo>
                <a:cubicBezTo>
                  <a:pt x="0" y="0"/>
                  <a:pt x="141038" y="1149483"/>
                  <a:pt x="1382445" y="1488335"/>
                </a:cubicBezTo>
                <a:cubicBezTo>
                  <a:pt x="1382445" y="1488335"/>
                  <a:pt x="1382445" y="712400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图形 11"/>
          <p:cNvSpPr/>
          <p:nvPr>
            <p:custDataLst>
              <p:tags r:id="rId8"/>
            </p:custDataLst>
          </p:nvPr>
        </p:nvSpPr>
        <p:spPr>
          <a:xfrm rot="7200000" flipH="1">
            <a:off x="5681150" y="4004064"/>
            <a:ext cx="1648468" cy="1369439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6">
              <a:lumMod val="70000"/>
              <a:lumOff val="3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图形 12"/>
          <p:cNvSpPr/>
          <p:nvPr>
            <p:custDataLst>
              <p:tags r:id="rId9"/>
            </p:custDataLst>
          </p:nvPr>
        </p:nvSpPr>
        <p:spPr>
          <a:xfrm rot="14381597" flipV="1">
            <a:off x="5862273" y="2950036"/>
            <a:ext cx="1648468" cy="1369439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4">
              <a:lumMod val="80000"/>
              <a:lumOff val="2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任意多边形: 形状 3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69148" y="4906766"/>
            <a:ext cx="267901" cy="301694"/>
          </a:xfrm>
          <a:custGeom>
            <a:avLst/>
            <a:gdLst>
              <a:gd name="connsiteX0" fmla="*/ 129061 w 319766"/>
              <a:gd name="connsiteY0" fmla="*/ 235468 h 360102"/>
              <a:gd name="connsiteX1" fmla="*/ 190704 w 319766"/>
              <a:gd name="connsiteY1" fmla="*/ 235468 h 360102"/>
              <a:gd name="connsiteX2" fmla="*/ 190704 w 319766"/>
              <a:gd name="connsiteY2" fmla="*/ 297097 h 360102"/>
              <a:gd name="connsiteX3" fmla="*/ 129061 w 319766"/>
              <a:gd name="connsiteY3" fmla="*/ 297097 h 360102"/>
              <a:gd name="connsiteX4" fmla="*/ 50856 w 319766"/>
              <a:gd name="connsiteY4" fmla="*/ 235468 h 360102"/>
              <a:gd name="connsiteX5" fmla="*/ 112500 w 319766"/>
              <a:gd name="connsiteY5" fmla="*/ 235468 h 360102"/>
              <a:gd name="connsiteX6" fmla="*/ 112500 w 319766"/>
              <a:gd name="connsiteY6" fmla="*/ 297097 h 360102"/>
              <a:gd name="connsiteX7" fmla="*/ 50856 w 319766"/>
              <a:gd name="connsiteY7" fmla="*/ 297097 h 360102"/>
              <a:gd name="connsiteX8" fmla="*/ 207286 w 319766"/>
              <a:gd name="connsiteY8" fmla="*/ 145738 h 360102"/>
              <a:gd name="connsiteX9" fmla="*/ 268929 w 319766"/>
              <a:gd name="connsiteY9" fmla="*/ 145738 h 360102"/>
              <a:gd name="connsiteX10" fmla="*/ 268929 w 319766"/>
              <a:gd name="connsiteY10" fmla="*/ 207368 h 360102"/>
              <a:gd name="connsiteX11" fmla="*/ 207286 w 319766"/>
              <a:gd name="connsiteY11" fmla="*/ 207368 h 360102"/>
              <a:gd name="connsiteX12" fmla="*/ 129061 w 319766"/>
              <a:gd name="connsiteY12" fmla="*/ 145738 h 360102"/>
              <a:gd name="connsiteX13" fmla="*/ 190704 w 319766"/>
              <a:gd name="connsiteY13" fmla="*/ 145738 h 360102"/>
              <a:gd name="connsiteX14" fmla="*/ 190704 w 319766"/>
              <a:gd name="connsiteY14" fmla="*/ 207368 h 360102"/>
              <a:gd name="connsiteX15" fmla="*/ 129061 w 319766"/>
              <a:gd name="connsiteY15" fmla="*/ 207368 h 360102"/>
              <a:gd name="connsiteX16" fmla="*/ 50856 w 319766"/>
              <a:gd name="connsiteY16" fmla="*/ 145738 h 360102"/>
              <a:gd name="connsiteX17" fmla="*/ 112500 w 319766"/>
              <a:gd name="connsiteY17" fmla="*/ 145738 h 360102"/>
              <a:gd name="connsiteX18" fmla="*/ 112500 w 319766"/>
              <a:gd name="connsiteY18" fmla="*/ 207368 h 360102"/>
              <a:gd name="connsiteX19" fmla="*/ 50856 w 319766"/>
              <a:gd name="connsiteY19" fmla="*/ 207368 h 360102"/>
              <a:gd name="connsiteX20" fmla="*/ 31301 w 319766"/>
              <a:gd name="connsiteY20" fmla="*/ 113025 h 360102"/>
              <a:gd name="connsiteX21" fmla="*/ 24769 w 319766"/>
              <a:gd name="connsiteY21" fmla="*/ 119555 h 360102"/>
              <a:gd name="connsiteX22" fmla="*/ 24769 w 319766"/>
              <a:gd name="connsiteY22" fmla="*/ 324932 h 360102"/>
              <a:gd name="connsiteX23" fmla="*/ 31301 w 319766"/>
              <a:gd name="connsiteY23" fmla="*/ 331460 h 360102"/>
              <a:gd name="connsiteX24" fmla="*/ 288487 w 319766"/>
              <a:gd name="connsiteY24" fmla="*/ 331460 h 360102"/>
              <a:gd name="connsiteX25" fmla="*/ 295016 w 319766"/>
              <a:gd name="connsiteY25" fmla="*/ 324932 h 360102"/>
              <a:gd name="connsiteX26" fmla="*/ 294999 w 319766"/>
              <a:gd name="connsiteY26" fmla="*/ 119555 h 360102"/>
              <a:gd name="connsiteX27" fmla="*/ 288467 w 319766"/>
              <a:gd name="connsiteY27" fmla="*/ 113025 h 360102"/>
              <a:gd name="connsiteX28" fmla="*/ 37885 w 319766"/>
              <a:gd name="connsiteY28" fmla="*/ 40431 h 360102"/>
              <a:gd name="connsiteX29" fmla="*/ 78296 w 319766"/>
              <a:gd name="connsiteY29" fmla="*/ 40431 h 360102"/>
              <a:gd name="connsiteX30" fmla="*/ 78296 w 319766"/>
              <a:gd name="connsiteY30" fmla="*/ 59406 h 360102"/>
              <a:gd name="connsiteX31" fmla="*/ 104184 w 319766"/>
              <a:gd name="connsiteY31" fmla="*/ 85287 h 360102"/>
              <a:gd name="connsiteX32" fmla="*/ 105664 w 319766"/>
              <a:gd name="connsiteY32" fmla="*/ 85287 h 360102"/>
              <a:gd name="connsiteX33" fmla="*/ 131552 w 319766"/>
              <a:gd name="connsiteY33" fmla="*/ 59406 h 360102"/>
              <a:gd name="connsiteX34" fmla="*/ 131552 w 319766"/>
              <a:gd name="connsiteY34" fmla="*/ 40431 h 360102"/>
              <a:gd name="connsiteX35" fmla="*/ 188199 w 319766"/>
              <a:gd name="connsiteY35" fmla="*/ 40431 h 360102"/>
              <a:gd name="connsiteX36" fmla="*/ 188199 w 319766"/>
              <a:gd name="connsiteY36" fmla="*/ 59406 h 360102"/>
              <a:gd name="connsiteX37" fmla="*/ 214088 w 319766"/>
              <a:gd name="connsiteY37" fmla="*/ 85287 h 360102"/>
              <a:gd name="connsiteX38" fmla="*/ 215583 w 319766"/>
              <a:gd name="connsiteY38" fmla="*/ 85287 h 360102"/>
              <a:gd name="connsiteX39" fmla="*/ 241473 w 319766"/>
              <a:gd name="connsiteY39" fmla="*/ 59406 h 360102"/>
              <a:gd name="connsiteX40" fmla="*/ 241473 w 319766"/>
              <a:gd name="connsiteY40" fmla="*/ 40431 h 360102"/>
              <a:gd name="connsiteX41" fmla="*/ 281882 w 319766"/>
              <a:gd name="connsiteY41" fmla="*/ 40431 h 360102"/>
              <a:gd name="connsiteX42" fmla="*/ 319766 w 319766"/>
              <a:gd name="connsiteY42" fmla="*/ 78306 h 360102"/>
              <a:gd name="connsiteX43" fmla="*/ 319766 w 319766"/>
              <a:gd name="connsiteY43" fmla="*/ 322226 h 360102"/>
              <a:gd name="connsiteX44" fmla="*/ 281882 w 319766"/>
              <a:gd name="connsiteY44" fmla="*/ 360102 h 360102"/>
              <a:gd name="connsiteX45" fmla="*/ 37885 w 319766"/>
              <a:gd name="connsiteY45" fmla="*/ 360102 h 360102"/>
              <a:gd name="connsiteX46" fmla="*/ 0 w 319766"/>
              <a:gd name="connsiteY46" fmla="*/ 322226 h 360102"/>
              <a:gd name="connsiteX47" fmla="*/ 0 w 319766"/>
              <a:gd name="connsiteY47" fmla="*/ 78306 h 360102"/>
              <a:gd name="connsiteX48" fmla="*/ 37885 w 319766"/>
              <a:gd name="connsiteY48" fmla="*/ 40431 h 360102"/>
              <a:gd name="connsiteX49" fmla="*/ 213979 w 319766"/>
              <a:gd name="connsiteY49" fmla="*/ 0 h 360102"/>
              <a:gd name="connsiteX50" fmla="*/ 215098 w 319766"/>
              <a:gd name="connsiteY50" fmla="*/ 0 h 360102"/>
              <a:gd name="connsiteX51" fmla="*/ 234433 w 319766"/>
              <a:gd name="connsiteY51" fmla="*/ 19335 h 360102"/>
              <a:gd name="connsiteX52" fmla="*/ 234433 w 319766"/>
              <a:gd name="connsiteY52" fmla="*/ 58762 h 360102"/>
              <a:gd name="connsiteX53" fmla="*/ 215098 w 319766"/>
              <a:gd name="connsiteY53" fmla="*/ 78095 h 360102"/>
              <a:gd name="connsiteX54" fmla="*/ 213979 w 319766"/>
              <a:gd name="connsiteY54" fmla="*/ 78095 h 360102"/>
              <a:gd name="connsiteX55" fmla="*/ 194638 w 319766"/>
              <a:gd name="connsiteY55" fmla="*/ 58763 h 360102"/>
              <a:gd name="connsiteX56" fmla="*/ 194638 w 319766"/>
              <a:gd name="connsiteY56" fmla="*/ 19335 h 360102"/>
              <a:gd name="connsiteX57" fmla="*/ 213979 w 319766"/>
              <a:gd name="connsiteY57" fmla="*/ 0 h 360102"/>
              <a:gd name="connsiteX58" fmla="*/ 104383 w 319766"/>
              <a:gd name="connsiteY58" fmla="*/ 0 h 360102"/>
              <a:gd name="connsiteX59" fmla="*/ 105501 w 319766"/>
              <a:gd name="connsiteY59" fmla="*/ 0 h 360102"/>
              <a:gd name="connsiteX60" fmla="*/ 124840 w 319766"/>
              <a:gd name="connsiteY60" fmla="*/ 19335 h 360102"/>
              <a:gd name="connsiteX61" fmla="*/ 124840 w 319766"/>
              <a:gd name="connsiteY61" fmla="*/ 58762 h 360102"/>
              <a:gd name="connsiteX62" fmla="*/ 105501 w 319766"/>
              <a:gd name="connsiteY62" fmla="*/ 78095 h 360102"/>
              <a:gd name="connsiteX63" fmla="*/ 104383 w 319766"/>
              <a:gd name="connsiteY63" fmla="*/ 78095 h 360102"/>
              <a:gd name="connsiteX64" fmla="*/ 85043 w 319766"/>
              <a:gd name="connsiteY64" fmla="*/ 58763 h 360102"/>
              <a:gd name="connsiteX65" fmla="*/ 85043 w 319766"/>
              <a:gd name="connsiteY65" fmla="*/ 19335 h 360102"/>
              <a:gd name="connsiteX66" fmla="*/ 104383 w 319766"/>
              <a:gd name="connsiteY66" fmla="*/ 0 h 36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319766" h="360102">
                <a:moveTo>
                  <a:pt x="129061" y="235468"/>
                </a:moveTo>
                <a:lnTo>
                  <a:pt x="190704" y="235468"/>
                </a:lnTo>
                <a:lnTo>
                  <a:pt x="190704" y="297097"/>
                </a:lnTo>
                <a:lnTo>
                  <a:pt x="129061" y="297097"/>
                </a:lnTo>
                <a:close/>
                <a:moveTo>
                  <a:pt x="50856" y="235468"/>
                </a:moveTo>
                <a:lnTo>
                  <a:pt x="112500" y="235468"/>
                </a:lnTo>
                <a:lnTo>
                  <a:pt x="112500" y="297097"/>
                </a:lnTo>
                <a:lnTo>
                  <a:pt x="50856" y="297097"/>
                </a:lnTo>
                <a:close/>
                <a:moveTo>
                  <a:pt x="207286" y="145738"/>
                </a:moveTo>
                <a:lnTo>
                  <a:pt x="268929" y="145738"/>
                </a:lnTo>
                <a:lnTo>
                  <a:pt x="268929" y="207368"/>
                </a:lnTo>
                <a:lnTo>
                  <a:pt x="207286" y="207368"/>
                </a:lnTo>
                <a:close/>
                <a:moveTo>
                  <a:pt x="129061" y="145738"/>
                </a:moveTo>
                <a:lnTo>
                  <a:pt x="190704" y="145738"/>
                </a:lnTo>
                <a:lnTo>
                  <a:pt x="190704" y="207368"/>
                </a:lnTo>
                <a:lnTo>
                  <a:pt x="129061" y="207368"/>
                </a:lnTo>
                <a:close/>
                <a:moveTo>
                  <a:pt x="50856" y="145738"/>
                </a:moveTo>
                <a:lnTo>
                  <a:pt x="112500" y="145738"/>
                </a:lnTo>
                <a:lnTo>
                  <a:pt x="112500" y="207368"/>
                </a:lnTo>
                <a:lnTo>
                  <a:pt x="50856" y="207368"/>
                </a:lnTo>
                <a:close/>
                <a:moveTo>
                  <a:pt x="31301" y="113025"/>
                </a:moveTo>
                <a:cubicBezTo>
                  <a:pt x="27693" y="113025"/>
                  <a:pt x="24769" y="115948"/>
                  <a:pt x="24769" y="119555"/>
                </a:cubicBezTo>
                <a:lnTo>
                  <a:pt x="24769" y="324932"/>
                </a:lnTo>
                <a:cubicBezTo>
                  <a:pt x="24769" y="328539"/>
                  <a:pt x="27694" y="331460"/>
                  <a:pt x="31301" y="331460"/>
                </a:cubicBezTo>
                <a:lnTo>
                  <a:pt x="288487" y="331460"/>
                </a:lnTo>
                <a:cubicBezTo>
                  <a:pt x="292094" y="331460"/>
                  <a:pt x="295016" y="328539"/>
                  <a:pt x="295016" y="324932"/>
                </a:cubicBezTo>
                <a:lnTo>
                  <a:pt x="294999" y="119555"/>
                </a:lnTo>
                <a:cubicBezTo>
                  <a:pt x="294999" y="115948"/>
                  <a:pt x="292076" y="113025"/>
                  <a:pt x="288467" y="113025"/>
                </a:cubicBezTo>
                <a:close/>
                <a:moveTo>
                  <a:pt x="37885" y="40431"/>
                </a:moveTo>
                <a:lnTo>
                  <a:pt x="78296" y="40431"/>
                </a:lnTo>
                <a:lnTo>
                  <a:pt x="78296" y="59406"/>
                </a:lnTo>
                <a:cubicBezTo>
                  <a:pt x="78296" y="73708"/>
                  <a:pt x="89896" y="85287"/>
                  <a:pt x="104184" y="85287"/>
                </a:cubicBezTo>
                <a:lnTo>
                  <a:pt x="105664" y="85287"/>
                </a:lnTo>
                <a:cubicBezTo>
                  <a:pt x="119970" y="85287"/>
                  <a:pt x="131552" y="73690"/>
                  <a:pt x="131552" y="59406"/>
                </a:cubicBezTo>
                <a:lnTo>
                  <a:pt x="131552" y="40431"/>
                </a:lnTo>
                <a:lnTo>
                  <a:pt x="188199" y="40431"/>
                </a:lnTo>
                <a:lnTo>
                  <a:pt x="188199" y="59406"/>
                </a:lnTo>
                <a:cubicBezTo>
                  <a:pt x="188199" y="73708"/>
                  <a:pt x="199798" y="85287"/>
                  <a:pt x="214088" y="85287"/>
                </a:cubicBezTo>
                <a:lnTo>
                  <a:pt x="215583" y="85287"/>
                </a:lnTo>
                <a:cubicBezTo>
                  <a:pt x="229891" y="85287"/>
                  <a:pt x="241473" y="73690"/>
                  <a:pt x="241473" y="59406"/>
                </a:cubicBezTo>
                <a:lnTo>
                  <a:pt x="241473" y="40431"/>
                </a:lnTo>
                <a:lnTo>
                  <a:pt x="281882" y="40431"/>
                </a:lnTo>
                <a:cubicBezTo>
                  <a:pt x="302809" y="40431"/>
                  <a:pt x="319768" y="57386"/>
                  <a:pt x="319766" y="78306"/>
                </a:cubicBezTo>
                <a:lnTo>
                  <a:pt x="319766" y="322226"/>
                </a:lnTo>
                <a:cubicBezTo>
                  <a:pt x="319766" y="343147"/>
                  <a:pt x="302809" y="360102"/>
                  <a:pt x="281882" y="360102"/>
                </a:cubicBezTo>
                <a:lnTo>
                  <a:pt x="37885" y="360102"/>
                </a:lnTo>
                <a:cubicBezTo>
                  <a:pt x="16959" y="360102"/>
                  <a:pt x="0" y="343147"/>
                  <a:pt x="0" y="322226"/>
                </a:cubicBezTo>
                <a:lnTo>
                  <a:pt x="0" y="78306"/>
                </a:lnTo>
                <a:cubicBezTo>
                  <a:pt x="0" y="57385"/>
                  <a:pt x="16959" y="40431"/>
                  <a:pt x="37885" y="40431"/>
                </a:cubicBezTo>
                <a:close/>
                <a:moveTo>
                  <a:pt x="213979" y="0"/>
                </a:moveTo>
                <a:lnTo>
                  <a:pt x="215098" y="0"/>
                </a:lnTo>
                <a:cubicBezTo>
                  <a:pt x="225777" y="0"/>
                  <a:pt x="234433" y="8658"/>
                  <a:pt x="234433" y="19335"/>
                </a:cubicBezTo>
                <a:lnTo>
                  <a:pt x="234433" y="58762"/>
                </a:lnTo>
                <a:cubicBezTo>
                  <a:pt x="234433" y="69439"/>
                  <a:pt x="225777" y="78095"/>
                  <a:pt x="215098" y="78095"/>
                </a:cubicBezTo>
                <a:lnTo>
                  <a:pt x="213979" y="78095"/>
                </a:lnTo>
                <a:cubicBezTo>
                  <a:pt x="203298" y="78095"/>
                  <a:pt x="194638" y="69439"/>
                  <a:pt x="194638" y="58763"/>
                </a:cubicBezTo>
                <a:lnTo>
                  <a:pt x="194638" y="19335"/>
                </a:lnTo>
                <a:cubicBezTo>
                  <a:pt x="194638" y="8658"/>
                  <a:pt x="203298" y="0"/>
                  <a:pt x="213979" y="0"/>
                </a:cubicBezTo>
                <a:close/>
                <a:moveTo>
                  <a:pt x="104383" y="0"/>
                </a:moveTo>
                <a:lnTo>
                  <a:pt x="105501" y="0"/>
                </a:lnTo>
                <a:cubicBezTo>
                  <a:pt x="116180" y="0"/>
                  <a:pt x="124839" y="8658"/>
                  <a:pt x="124840" y="19335"/>
                </a:cubicBezTo>
                <a:lnTo>
                  <a:pt x="124840" y="58762"/>
                </a:lnTo>
                <a:cubicBezTo>
                  <a:pt x="124840" y="69439"/>
                  <a:pt x="116181" y="78095"/>
                  <a:pt x="105501" y="78095"/>
                </a:cubicBezTo>
                <a:lnTo>
                  <a:pt x="104383" y="78095"/>
                </a:lnTo>
                <a:cubicBezTo>
                  <a:pt x="93702" y="78095"/>
                  <a:pt x="85043" y="69439"/>
                  <a:pt x="85043" y="58763"/>
                </a:cubicBezTo>
                <a:lnTo>
                  <a:pt x="85043" y="19335"/>
                </a:lnTo>
                <a:cubicBezTo>
                  <a:pt x="85043" y="8658"/>
                  <a:pt x="93702" y="0"/>
                  <a:pt x="104383" y="0"/>
                </a:cubicBezTo>
                <a:close/>
              </a:path>
            </a:pathLst>
          </a:custGeom>
          <a:solidFill>
            <a:srgbClr val="FFFFFF"/>
          </a:solidFill>
          <a:ln w="1305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任意多边形: 形状 27"/>
          <p:cNvSpPr/>
          <p:nvPr>
            <p:custDataLst>
              <p:tags r:id="rId11"/>
            </p:custDataLst>
          </p:nvPr>
        </p:nvSpPr>
        <p:spPr>
          <a:xfrm>
            <a:off x="6355400" y="4537506"/>
            <a:ext cx="301694" cy="301694"/>
          </a:xfrm>
          <a:custGeom>
            <a:avLst/>
            <a:gdLst>
              <a:gd name="connsiteX0" fmla="*/ 66720 w 359999"/>
              <a:gd name="connsiteY0" fmla="*/ 251342 h 359999"/>
              <a:gd name="connsiteX1" fmla="*/ 78859 w 359999"/>
              <a:gd name="connsiteY1" fmla="*/ 270114 h 359999"/>
              <a:gd name="connsiteX2" fmla="*/ 33879 w 359999"/>
              <a:gd name="connsiteY2" fmla="*/ 303879 h 359999"/>
              <a:gd name="connsiteX3" fmla="*/ 180114 w 359999"/>
              <a:gd name="connsiteY3" fmla="*/ 337644 h 359999"/>
              <a:gd name="connsiteX4" fmla="*/ 326348 w 359999"/>
              <a:gd name="connsiteY4" fmla="*/ 303879 h 359999"/>
              <a:gd name="connsiteX5" fmla="*/ 270114 w 359999"/>
              <a:gd name="connsiteY5" fmla="*/ 270114 h 359999"/>
              <a:gd name="connsiteX6" fmla="*/ 286876 w 359999"/>
              <a:gd name="connsiteY6" fmla="*/ 249613 h 359999"/>
              <a:gd name="connsiteX7" fmla="*/ 360113 w 359999"/>
              <a:gd name="connsiteY7" fmla="*/ 303838 h 359999"/>
              <a:gd name="connsiteX8" fmla="*/ 180114 w 359999"/>
              <a:gd name="connsiteY8" fmla="*/ 360113 h 359999"/>
              <a:gd name="connsiteX9" fmla="*/ 114 w 359999"/>
              <a:gd name="connsiteY9" fmla="*/ 303838 h 359999"/>
              <a:gd name="connsiteX10" fmla="*/ 66720 w 359999"/>
              <a:gd name="connsiteY10" fmla="*/ 251342 h 359999"/>
              <a:gd name="connsiteX11" fmla="*/ 180114 w 359999"/>
              <a:gd name="connsiteY11" fmla="*/ 315093 h 359999"/>
              <a:gd name="connsiteX12" fmla="*/ 45134 w 359999"/>
              <a:gd name="connsiteY12" fmla="*/ 136180 h 359999"/>
              <a:gd name="connsiteX13" fmla="*/ 180114 w 359999"/>
              <a:gd name="connsiteY13" fmla="*/ 114 h 359999"/>
              <a:gd name="connsiteX14" fmla="*/ 315093 w 359999"/>
              <a:gd name="connsiteY14" fmla="*/ 136180 h 359999"/>
              <a:gd name="connsiteX15" fmla="*/ 180114 w 359999"/>
              <a:gd name="connsiteY15" fmla="*/ 315093 h 359999"/>
              <a:gd name="connsiteX16" fmla="*/ 180114 w 359999"/>
              <a:gd name="connsiteY16" fmla="*/ 157483 h 359999"/>
              <a:gd name="connsiteX17" fmla="*/ 213879 w 359999"/>
              <a:gd name="connsiteY17" fmla="*/ 123799 h 359999"/>
              <a:gd name="connsiteX18" fmla="*/ 180114 w 359999"/>
              <a:gd name="connsiteY18" fmla="*/ 90114 h 359999"/>
              <a:gd name="connsiteX19" fmla="*/ 146349 w 359999"/>
              <a:gd name="connsiteY19" fmla="*/ 123799 h 359999"/>
              <a:gd name="connsiteX20" fmla="*/ 180114 w 359999"/>
              <a:gd name="connsiteY20" fmla="*/ 157483 h 3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9999" h="359999">
                <a:moveTo>
                  <a:pt x="66720" y="251342"/>
                </a:moveTo>
                <a:lnTo>
                  <a:pt x="78859" y="270114"/>
                </a:lnTo>
                <a:cubicBezTo>
                  <a:pt x="49837" y="280163"/>
                  <a:pt x="33879" y="291941"/>
                  <a:pt x="33879" y="303879"/>
                </a:cubicBezTo>
                <a:cubicBezTo>
                  <a:pt x="33879" y="328037"/>
                  <a:pt x="109810" y="337644"/>
                  <a:pt x="180114" y="337644"/>
                </a:cubicBezTo>
                <a:cubicBezTo>
                  <a:pt x="250417" y="337644"/>
                  <a:pt x="326348" y="328077"/>
                  <a:pt x="326348" y="303879"/>
                </a:cubicBezTo>
                <a:cubicBezTo>
                  <a:pt x="326348" y="291056"/>
                  <a:pt x="302673" y="280444"/>
                  <a:pt x="270114" y="270114"/>
                </a:cubicBezTo>
                <a:lnTo>
                  <a:pt x="286876" y="249613"/>
                </a:lnTo>
                <a:cubicBezTo>
                  <a:pt x="331293" y="260749"/>
                  <a:pt x="360113" y="283660"/>
                  <a:pt x="360113" y="303838"/>
                </a:cubicBezTo>
                <a:cubicBezTo>
                  <a:pt x="360113" y="337644"/>
                  <a:pt x="279520" y="360113"/>
                  <a:pt x="180114" y="360113"/>
                </a:cubicBezTo>
                <a:cubicBezTo>
                  <a:pt x="80708" y="360113"/>
                  <a:pt x="114" y="337644"/>
                  <a:pt x="114" y="303838"/>
                </a:cubicBezTo>
                <a:cubicBezTo>
                  <a:pt x="114" y="284665"/>
                  <a:pt x="26081" y="262597"/>
                  <a:pt x="66720" y="251342"/>
                </a:cubicBezTo>
                <a:moveTo>
                  <a:pt x="180114" y="315093"/>
                </a:moveTo>
                <a:cubicBezTo>
                  <a:pt x="180114" y="315093"/>
                  <a:pt x="45134" y="219667"/>
                  <a:pt x="45134" y="136180"/>
                </a:cubicBezTo>
                <a:cubicBezTo>
                  <a:pt x="45134" y="52691"/>
                  <a:pt x="105550" y="114"/>
                  <a:pt x="180114" y="114"/>
                </a:cubicBezTo>
                <a:cubicBezTo>
                  <a:pt x="254679" y="114"/>
                  <a:pt x="315093" y="54219"/>
                  <a:pt x="315093" y="136180"/>
                </a:cubicBezTo>
                <a:cubicBezTo>
                  <a:pt x="315093" y="218180"/>
                  <a:pt x="180114" y="315093"/>
                  <a:pt x="180114" y="315093"/>
                </a:cubicBezTo>
                <a:moveTo>
                  <a:pt x="180114" y="157483"/>
                </a:moveTo>
                <a:cubicBezTo>
                  <a:pt x="198725" y="157483"/>
                  <a:pt x="213879" y="142409"/>
                  <a:pt x="213879" y="123799"/>
                </a:cubicBezTo>
                <a:cubicBezTo>
                  <a:pt x="213879" y="105188"/>
                  <a:pt x="198765" y="90114"/>
                  <a:pt x="180114" y="90114"/>
                </a:cubicBezTo>
                <a:cubicBezTo>
                  <a:pt x="161503" y="90114"/>
                  <a:pt x="146349" y="105188"/>
                  <a:pt x="146349" y="123799"/>
                </a:cubicBezTo>
                <a:cubicBezTo>
                  <a:pt x="146349" y="142409"/>
                  <a:pt x="161503" y="157483"/>
                  <a:pt x="180114" y="157483"/>
                </a:cubicBezTo>
              </a:path>
            </a:pathLst>
          </a:custGeom>
          <a:solidFill>
            <a:srgbClr val="FFFFFF"/>
          </a:solidFill>
          <a:ln w="12595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28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6558144" y="3483478"/>
            <a:ext cx="258478" cy="301694"/>
          </a:xfrm>
          <a:custGeom>
            <a:avLst/>
            <a:gdLst>
              <a:gd name="connsiteX0" fmla="*/ 298106 w 308432"/>
              <a:gd name="connsiteY0" fmla="*/ 46306 h 360000"/>
              <a:gd name="connsiteX1" fmla="*/ 248915 w 308432"/>
              <a:gd name="connsiteY1" fmla="*/ 46306 h 360000"/>
              <a:gd name="connsiteX2" fmla="*/ 248915 w 308432"/>
              <a:gd name="connsiteY2" fmla="*/ 78324 h 360000"/>
              <a:gd name="connsiteX3" fmla="*/ 223176 w 308432"/>
              <a:gd name="connsiteY3" fmla="*/ 104063 h 360000"/>
              <a:gd name="connsiteX4" fmla="*/ 84871 w 308432"/>
              <a:gd name="connsiteY4" fmla="*/ 104063 h 360000"/>
              <a:gd name="connsiteX5" fmla="*/ 59132 w 308432"/>
              <a:gd name="connsiteY5" fmla="*/ 78324 h 360000"/>
              <a:gd name="connsiteX6" fmla="*/ 59132 w 308432"/>
              <a:gd name="connsiteY6" fmla="*/ 46306 h 360000"/>
              <a:gd name="connsiteX7" fmla="*/ 11520 w 308432"/>
              <a:gd name="connsiteY7" fmla="*/ 46306 h 360000"/>
              <a:gd name="connsiteX8" fmla="*/ 116 w 308432"/>
              <a:gd name="connsiteY8" fmla="*/ 59787 h 360000"/>
              <a:gd name="connsiteX9" fmla="*/ 116 w 308432"/>
              <a:gd name="connsiteY9" fmla="*/ 346633 h 360000"/>
              <a:gd name="connsiteX10" fmla="*/ 12460 w 308432"/>
              <a:gd name="connsiteY10" fmla="*/ 360114 h 360000"/>
              <a:gd name="connsiteX11" fmla="*/ 296205 w 308432"/>
              <a:gd name="connsiteY11" fmla="*/ 360114 h 360000"/>
              <a:gd name="connsiteX12" fmla="*/ 308548 w 308432"/>
              <a:gd name="connsiteY12" fmla="*/ 346633 h 360000"/>
              <a:gd name="connsiteX13" fmla="*/ 308548 w 308432"/>
              <a:gd name="connsiteY13" fmla="*/ 59787 h 360000"/>
              <a:gd name="connsiteX14" fmla="*/ 296205 w 308432"/>
              <a:gd name="connsiteY14" fmla="*/ 46306 h 360000"/>
              <a:gd name="connsiteX15" fmla="*/ 298106 w 308432"/>
              <a:gd name="connsiteY15" fmla="*/ 46306 h 360000"/>
              <a:gd name="connsiteX16" fmla="*/ 140569 w 308432"/>
              <a:gd name="connsiteY16" fmla="*/ 298524 h 360000"/>
              <a:gd name="connsiteX17" fmla="*/ 136767 w 308432"/>
              <a:gd name="connsiteY17" fmla="*/ 299472 h 360000"/>
              <a:gd name="connsiteX18" fmla="*/ 56109 w 308432"/>
              <a:gd name="connsiteY18" fmla="*/ 232066 h 360000"/>
              <a:gd name="connsiteX19" fmla="*/ 55170 w 308432"/>
              <a:gd name="connsiteY19" fmla="*/ 226317 h 360000"/>
              <a:gd name="connsiteX20" fmla="*/ 68453 w 308432"/>
              <a:gd name="connsiteY20" fmla="*/ 208981 h 360000"/>
              <a:gd name="connsiteX21" fmla="*/ 74155 w 308432"/>
              <a:gd name="connsiteY21" fmla="*/ 208012 h 360000"/>
              <a:gd name="connsiteX22" fmla="*/ 134889 w 308432"/>
              <a:gd name="connsiteY22" fmla="*/ 259998 h 360000"/>
              <a:gd name="connsiteX23" fmla="*/ 229769 w 308432"/>
              <a:gd name="connsiteY23" fmla="*/ 140628 h 360000"/>
              <a:gd name="connsiteX24" fmla="*/ 235471 w 308432"/>
              <a:gd name="connsiteY24" fmla="*/ 139682 h 360000"/>
              <a:gd name="connsiteX25" fmla="*/ 250655 w 308432"/>
              <a:gd name="connsiteY25" fmla="*/ 153163 h 360000"/>
              <a:gd name="connsiteX26" fmla="*/ 251594 w 308432"/>
              <a:gd name="connsiteY26" fmla="*/ 159881 h 360000"/>
              <a:gd name="connsiteX27" fmla="*/ 140569 w 308432"/>
              <a:gd name="connsiteY27" fmla="*/ 298524 h 360000"/>
              <a:gd name="connsiteX28" fmla="*/ 202425 w 308432"/>
              <a:gd name="connsiteY28" fmla="*/ 28970 h 360000"/>
              <a:gd name="connsiteX29" fmla="*/ 202425 w 308432"/>
              <a:gd name="connsiteY29" fmla="*/ 17450 h 360000"/>
              <a:gd name="connsiteX30" fmla="*/ 182500 w 308432"/>
              <a:gd name="connsiteY30" fmla="*/ 114 h 360000"/>
              <a:gd name="connsiteX31" fmla="*/ 124584 w 308432"/>
              <a:gd name="connsiteY31" fmla="*/ 114 h 360000"/>
              <a:gd name="connsiteX32" fmla="*/ 104682 w 308432"/>
              <a:gd name="connsiteY32" fmla="*/ 17450 h 360000"/>
              <a:gd name="connsiteX33" fmla="*/ 104682 w 308432"/>
              <a:gd name="connsiteY33" fmla="*/ 28992 h 360000"/>
              <a:gd name="connsiteX34" fmla="*/ 94765 w 308432"/>
              <a:gd name="connsiteY34" fmla="*/ 28992 h 360000"/>
              <a:gd name="connsiteX35" fmla="*/ 81896 w 308432"/>
              <a:gd name="connsiteY35" fmla="*/ 41862 h 360000"/>
              <a:gd name="connsiteX36" fmla="*/ 81896 w 308432"/>
              <a:gd name="connsiteY36" fmla="*/ 73880 h 360000"/>
              <a:gd name="connsiteX37" fmla="*/ 94765 w 308432"/>
              <a:gd name="connsiteY37" fmla="*/ 86749 h 360000"/>
              <a:gd name="connsiteX38" fmla="*/ 212319 w 308432"/>
              <a:gd name="connsiteY38" fmla="*/ 86749 h 360000"/>
              <a:gd name="connsiteX39" fmla="*/ 225188 w 308432"/>
              <a:gd name="connsiteY39" fmla="*/ 73880 h 360000"/>
              <a:gd name="connsiteX40" fmla="*/ 225188 w 308432"/>
              <a:gd name="connsiteY40" fmla="*/ 41839 h 360000"/>
              <a:gd name="connsiteX41" fmla="*/ 212319 w 308432"/>
              <a:gd name="connsiteY41" fmla="*/ 28970 h 360000"/>
              <a:gd name="connsiteX42" fmla="*/ 202425 w 308432"/>
              <a:gd name="connsiteY42" fmla="*/ 28970 h 360000"/>
              <a:gd name="connsiteX43" fmla="*/ 133148 w 308432"/>
              <a:gd name="connsiteY43" fmla="*/ 42451 h 360000"/>
              <a:gd name="connsiteX44" fmla="*/ 154012 w 308432"/>
              <a:gd name="connsiteY44" fmla="*/ 21260 h 360000"/>
              <a:gd name="connsiteX45" fmla="*/ 174897 w 308432"/>
              <a:gd name="connsiteY45" fmla="*/ 42451 h 360000"/>
              <a:gd name="connsiteX46" fmla="*/ 154012 w 308432"/>
              <a:gd name="connsiteY46" fmla="*/ 63642 h 360000"/>
              <a:gd name="connsiteX47" fmla="*/ 133148 w 308432"/>
              <a:gd name="connsiteY47" fmla="*/ 42451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8432" h="360000">
                <a:moveTo>
                  <a:pt x="298106" y="46306"/>
                </a:moveTo>
                <a:lnTo>
                  <a:pt x="248915" y="46306"/>
                </a:lnTo>
                <a:lnTo>
                  <a:pt x="248915" y="78324"/>
                </a:lnTo>
                <a:cubicBezTo>
                  <a:pt x="248915" y="92539"/>
                  <a:pt x="237390" y="104063"/>
                  <a:pt x="223176" y="104063"/>
                </a:cubicBezTo>
                <a:lnTo>
                  <a:pt x="84871" y="104063"/>
                </a:lnTo>
                <a:cubicBezTo>
                  <a:pt x="70656" y="104063"/>
                  <a:pt x="59132" y="92539"/>
                  <a:pt x="59132" y="78324"/>
                </a:cubicBezTo>
                <a:lnTo>
                  <a:pt x="59132" y="46306"/>
                </a:lnTo>
                <a:lnTo>
                  <a:pt x="11520" y="46306"/>
                </a:lnTo>
                <a:cubicBezTo>
                  <a:pt x="4879" y="46306"/>
                  <a:pt x="116" y="53047"/>
                  <a:pt x="116" y="59787"/>
                </a:cubicBezTo>
                <a:lnTo>
                  <a:pt x="116" y="346633"/>
                </a:lnTo>
                <a:cubicBezTo>
                  <a:pt x="116" y="354343"/>
                  <a:pt x="5818" y="360114"/>
                  <a:pt x="12460" y="360114"/>
                </a:cubicBezTo>
                <a:lnTo>
                  <a:pt x="296205" y="360114"/>
                </a:lnTo>
                <a:cubicBezTo>
                  <a:pt x="302846" y="360114"/>
                  <a:pt x="308548" y="354343"/>
                  <a:pt x="308548" y="346633"/>
                </a:cubicBezTo>
                <a:lnTo>
                  <a:pt x="308548" y="59787"/>
                </a:lnTo>
                <a:cubicBezTo>
                  <a:pt x="308548" y="52077"/>
                  <a:pt x="302846" y="46306"/>
                  <a:pt x="296205" y="46306"/>
                </a:cubicBezTo>
                <a:lnTo>
                  <a:pt x="298106" y="46306"/>
                </a:lnTo>
                <a:moveTo>
                  <a:pt x="140569" y="298524"/>
                </a:moveTo>
                <a:cubicBezTo>
                  <a:pt x="141530" y="300441"/>
                  <a:pt x="138668" y="300441"/>
                  <a:pt x="136767" y="299472"/>
                </a:cubicBezTo>
                <a:lnTo>
                  <a:pt x="56109" y="232066"/>
                </a:lnTo>
                <a:cubicBezTo>
                  <a:pt x="54208" y="231119"/>
                  <a:pt x="54208" y="228234"/>
                  <a:pt x="55170" y="226317"/>
                </a:cubicBezTo>
                <a:lnTo>
                  <a:pt x="68453" y="208981"/>
                </a:lnTo>
                <a:cubicBezTo>
                  <a:pt x="69392" y="207064"/>
                  <a:pt x="72254" y="207064"/>
                  <a:pt x="74155" y="208012"/>
                </a:cubicBezTo>
                <a:lnTo>
                  <a:pt x="134889" y="259998"/>
                </a:lnTo>
                <a:lnTo>
                  <a:pt x="229769" y="140628"/>
                </a:lnTo>
                <a:cubicBezTo>
                  <a:pt x="230730" y="137743"/>
                  <a:pt x="233570" y="137743"/>
                  <a:pt x="235471" y="139682"/>
                </a:cubicBezTo>
                <a:lnTo>
                  <a:pt x="250655" y="153163"/>
                </a:lnTo>
                <a:cubicBezTo>
                  <a:pt x="253495" y="154110"/>
                  <a:pt x="254456" y="156048"/>
                  <a:pt x="251594" y="159881"/>
                </a:cubicBezTo>
                <a:lnTo>
                  <a:pt x="140569" y="298524"/>
                </a:lnTo>
                <a:moveTo>
                  <a:pt x="202425" y="28970"/>
                </a:moveTo>
                <a:lnTo>
                  <a:pt x="202425" y="17450"/>
                </a:lnTo>
                <a:cubicBezTo>
                  <a:pt x="202425" y="6855"/>
                  <a:pt x="192921" y="114"/>
                  <a:pt x="182500" y="114"/>
                </a:cubicBezTo>
                <a:lnTo>
                  <a:pt x="124584" y="114"/>
                </a:lnTo>
                <a:cubicBezTo>
                  <a:pt x="114164" y="114"/>
                  <a:pt x="104682" y="6877"/>
                  <a:pt x="104682" y="17450"/>
                </a:cubicBezTo>
                <a:lnTo>
                  <a:pt x="104682" y="28992"/>
                </a:lnTo>
                <a:lnTo>
                  <a:pt x="94765" y="28992"/>
                </a:lnTo>
                <a:cubicBezTo>
                  <a:pt x="87658" y="28992"/>
                  <a:pt x="81896" y="34754"/>
                  <a:pt x="81896" y="41862"/>
                </a:cubicBezTo>
                <a:lnTo>
                  <a:pt x="81896" y="73880"/>
                </a:lnTo>
                <a:cubicBezTo>
                  <a:pt x="81896" y="80987"/>
                  <a:pt x="87658" y="86749"/>
                  <a:pt x="94765" y="86749"/>
                </a:cubicBezTo>
                <a:lnTo>
                  <a:pt x="212319" y="86749"/>
                </a:lnTo>
                <a:cubicBezTo>
                  <a:pt x="219427" y="86749"/>
                  <a:pt x="225188" y="80987"/>
                  <a:pt x="225188" y="73880"/>
                </a:cubicBezTo>
                <a:lnTo>
                  <a:pt x="225188" y="41839"/>
                </a:lnTo>
                <a:cubicBezTo>
                  <a:pt x="225188" y="34732"/>
                  <a:pt x="219427" y="28970"/>
                  <a:pt x="212319" y="28970"/>
                </a:cubicBezTo>
                <a:lnTo>
                  <a:pt x="202425" y="28970"/>
                </a:lnTo>
                <a:moveTo>
                  <a:pt x="133148" y="42451"/>
                </a:moveTo>
                <a:cubicBezTo>
                  <a:pt x="133148" y="30909"/>
                  <a:pt x="142630" y="21260"/>
                  <a:pt x="154012" y="21260"/>
                </a:cubicBezTo>
                <a:cubicBezTo>
                  <a:pt x="165416" y="21260"/>
                  <a:pt x="174897" y="30909"/>
                  <a:pt x="174897" y="42451"/>
                </a:cubicBezTo>
                <a:cubicBezTo>
                  <a:pt x="174897" y="55932"/>
                  <a:pt x="165416" y="63642"/>
                  <a:pt x="154012" y="63642"/>
                </a:cubicBezTo>
                <a:cubicBezTo>
                  <a:pt x="142498" y="63472"/>
                  <a:pt x="133220" y="54059"/>
                  <a:pt x="133148" y="42451"/>
                </a:cubicBezTo>
              </a:path>
            </a:pathLst>
          </a:custGeom>
          <a:solidFill>
            <a:srgbClr val="FFFFFF"/>
          </a:solidFill>
          <a:ln w="12602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2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4528962" y="4221998"/>
            <a:ext cx="301694" cy="301694"/>
          </a:xfrm>
          <a:custGeom>
            <a:avLst/>
            <a:gdLst>
              <a:gd name="connsiteX0" fmla="*/ 180115 w 360000"/>
              <a:gd name="connsiteY0" fmla="*/ 360114 h 359999"/>
              <a:gd name="connsiteX1" fmla="*/ 114 w 360000"/>
              <a:gd name="connsiteY1" fmla="*/ 180114 h 359999"/>
              <a:gd name="connsiteX2" fmla="*/ 180115 w 360000"/>
              <a:gd name="connsiteY2" fmla="*/ 114 h 359999"/>
              <a:gd name="connsiteX3" fmla="*/ 360115 w 360000"/>
              <a:gd name="connsiteY3" fmla="*/ 180114 h 359999"/>
              <a:gd name="connsiteX4" fmla="*/ 180115 w 360000"/>
              <a:gd name="connsiteY4" fmla="*/ 360114 h 359999"/>
              <a:gd name="connsiteX5" fmla="*/ 297543 w 360000"/>
              <a:gd name="connsiteY5" fmla="*/ 208711 h 359999"/>
              <a:gd name="connsiteX6" fmla="*/ 306984 w 360000"/>
              <a:gd name="connsiteY6" fmla="*/ 185782 h 359999"/>
              <a:gd name="connsiteX7" fmla="*/ 297543 w 360000"/>
              <a:gd name="connsiteY7" fmla="*/ 162406 h 359999"/>
              <a:gd name="connsiteX8" fmla="*/ 274166 w 360000"/>
              <a:gd name="connsiteY8" fmla="*/ 152964 h 359999"/>
              <a:gd name="connsiteX9" fmla="*/ 250788 w 360000"/>
              <a:gd name="connsiteY9" fmla="*/ 162406 h 359999"/>
              <a:gd name="connsiteX10" fmla="*/ 248990 w 360000"/>
              <a:gd name="connsiteY10" fmla="*/ 165103 h 359999"/>
              <a:gd name="connsiteX11" fmla="*/ 194593 w 360000"/>
              <a:gd name="connsiteY11" fmla="*/ 142625 h 359999"/>
              <a:gd name="connsiteX12" fmla="*/ 194593 w 360000"/>
              <a:gd name="connsiteY12" fmla="*/ 134084 h 359999"/>
              <a:gd name="connsiteX13" fmla="*/ 178858 w 360000"/>
              <a:gd name="connsiteY13" fmla="*/ 94972 h 359999"/>
              <a:gd name="connsiteX14" fmla="*/ 138848 w 360000"/>
              <a:gd name="connsiteY14" fmla="*/ 78338 h 359999"/>
              <a:gd name="connsiteX15" fmla="*/ 99736 w 360000"/>
              <a:gd name="connsiteY15" fmla="*/ 94972 h 359999"/>
              <a:gd name="connsiteX16" fmla="*/ 83102 w 360000"/>
              <a:gd name="connsiteY16" fmla="*/ 134084 h 359999"/>
              <a:gd name="connsiteX17" fmla="*/ 99736 w 360000"/>
              <a:gd name="connsiteY17" fmla="*/ 174094 h 359999"/>
              <a:gd name="connsiteX18" fmla="*/ 129407 w 360000"/>
              <a:gd name="connsiteY18" fmla="*/ 189829 h 359999"/>
              <a:gd name="connsiteX19" fmla="*/ 129407 w 360000"/>
              <a:gd name="connsiteY19" fmla="*/ 220849 h 359999"/>
              <a:gd name="connsiteX20" fmla="*/ 113672 w 360000"/>
              <a:gd name="connsiteY20" fmla="*/ 230289 h 359999"/>
              <a:gd name="connsiteX21" fmla="*/ 101534 w 360000"/>
              <a:gd name="connsiteY21" fmla="*/ 259960 h 359999"/>
              <a:gd name="connsiteX22" fmla="*/ 113672 w 360000"/>
              <a:gd name="connsiteY22" fmla="*/ 289632 h 359999"/>
              <a:gd name="connsiteX23" fmla="*/ 143343 w 360000"/>
              <a:gd name="connsiteY23" fmla="*/ 301769 h 359999"/>
              <a:gd name="connsiteX24" fmla="*/ 173015 w 360000"/>
              <a:gd name="connsiteY24" fmla="*/ 289632 h 359999"/>
              <a:gd name="connsiteX25" fmla="*/ 185153 w 360000"/>
              <a:gd name="connsiteY25" fmla="*/ 259960 h 359999"/>
              <a:gd name="connsiteX26" fmla="*/ 184253 w 360000"/>
              <a:gd name="connsiteY26" fmla="*/ 250519 h 359999"/>
              <a:gd name="connsiteX27" fmla="*/ 252588 w 360000"/>
              <a:gd name="connsiteY27" fmla="*/ 209609 h 359999"/>
              <a:gd name="connsiteX28" fmla="*/ 274166 w 360000"/>
              <a:gd name="connsiteY28" fmla="*/ 218152 h 359999"/>
              <a:gd name="connsiteX29" fmla="*/ 297543 w 360000"/>
              <a:gd name="connsiteY29" fmla="*/ 208711 h 359999"/>
              <a:gd name="connsiteX30" fmla="*/ 242697 w 360000"/>
              <a:gd name="connsiteY30" fmla="*/ 181736 h 359999"/>
              <a:gd name="connsiteX31" fmla="*/ 241348 w 360000"/>
              <a:gd name="connsiteY31" fmla="*/ 184884 h 359999"/>
              <a:gd name="connsiteX32" fmla="*/ 243145 w 360000"/>
              <a:gd name="connsiteY32" fmla="*/ 194325 h 359999"/>
              <a:gd name="connsiteX33" fmla="*/ 174812 w 360000"/>
              <a:gd name="connsiteY33" fmla="*/ 232537 h 359999"/>
              <a:gd name="connsiteX34" fmla="*/ 173015 w 360000"/>
              <a:gd name="connsiteY34" fmla="*/ 229840 h 359999"/>
              <a:gd name="connsiteX35" fmla="*/ 147839 w 360000"/>
              <a:gd name="connsiteY35" fmla="*/ 218600 h 359999"/>
              <a:gd name="connsiteX36" fmla="*/ 147839 w 360000"/>
              <a:gd name="connsiteY36" fmla="*/ 189829 h 359999"/>
              <a:gd name="connsiteX37" fmla="*/ 178858 w 360000"/>
              <a:gd name="connsiteY37" fmla="*/ 174094 h 359999"/>
              <a:gd name="connsiteX38" fmla="*/ 188299 w 360000"/>
              <a:gd name="connsiteY38" fmla="*/ 161057 h 359999"/>
              <a:gd name="connsiteX39" fmla="*/ 242697 w 360000"/>
              <a:gd name="connsiteY39" fmla="*/ 181736 h 3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60000" h="359999">
                <a:moveTo>
                  <a:pt x="180115" y="360114"/>
                </a:moveTo>
                <a:cubicBezTo>
                  <a:pt x="80703" y="360114"/>
                  <a:pt x="114" y="279525"/>
                  <a:pt x="114" y="180114"/>
                </a:cubicBezTo>
                <a:cubicBezTo>
                  <a:pt x="114" y="80703"/>
                  <a:pt x="80703" y="114"/>
                  <a:pt x="180115" y="114"/>
                </a:cubicBezTo>
                <a:cubicBezTo>
                  <a:pt x="279526" y="114"/>
                  <a:pt x="360115" y="80703"/>
                  <a:pt x="360115" y="180114"/>
                </a:cubicBezTo>
                <a:cubicBezTo>
                  <a:pt x="360115" y="279525"/>
                  <a:pt x="279526" y="360114"/>
                  <a:pt x="180115" y="360114"/>
                </a:cubicBezTo>
                <a:moveTo>
                  <a:pt x="297543" y="208711"/>
                </a:moveTo>
                <a:cubicBezTo>
                  <a:pt x="304286" y="202417"/>
                  <a:pt x="306984" y="194775"/>
                  <a:pt x="306984" y="185782"/>
                </a:cubicBezTo>
                <a:cubicBezTo>
                  <a:pt x="306984" y="177241"/>
                  <a:pt x="304286" y="169149"/>
                  <a:pt x="297543" y="162406"/>
                </a:cubicBezTo>
                <a:cubicBezTo>
                  <a:pt x="290799" y="156562"/>
                  <a:pt x="283607" y="152964"/>
                  <a:pt x="274166" y="152964"/>
                </a:cubicBezTo>
                <a:cubicBezTo>
                  <a:pt x="265624" y="152964"/>
                  <a:pt x="257531" y="157011"/>
                  <a:pt x="250788" y="162406"/>
                </a:cubicBezTo>
                <a:cubicBezTo>
                  <a:pt x="250788" y="163305"/>
                  <a:pt x="249889" y="164204"/>
                  <a:pt x="248990" y="165103"/>
                </a:cubicBezTo>
                <a:lnTo>
                  <a:pt x="194593" y="142625"/>
                </a:lnTo>
                <a:lnTo>
                  <a:pt x="194593" y="134084"/>
                </a:lnTo>
                <a:cubicBezTo>
                  <a:pt x="194593" y="119248"/>
                  <a:pt x="189199" y="105312"/>
                  <a:pt x="178858" y="94972"/>
                </a:cubicBezTo>
                <a:cubicBezTo>
                  <a:pt x="167620" y="83733"/>
                  <a:pt x="154583" y="78338"/>
                  <a:pt x="138848" y="78338"/>
                </a:cubicBezTo>
                <a:cubicBezTo>
                  <a:pt x="124012" y="78338"/>
                  <a:pt x="110076" y="83733"/>
                  <a:pt x="99736" y="94972"/>
                </a:cubicBezTo>
                <a:cubicBezTo>
                  <a:pt x="88497" y="105312"/>
                  <a:pt x="83102" y="119248"/>
                  <a:pt x="83102" y="134084"/>
                </a:cubicBezTo>
                <a:cubicBezTo>
                  <a:pt x="83102" y="149818"/>
                  <a:pt x="88497" y="162856"/>
                  <a:pt x="99736" y="174094"/>
                </a:cubicBezTo>
                <a:cubicBezTo>
                  <a:pt x="107828" y="182186"/>
                  <a:pt x="118168" y="188031"/>
                  <a:pt x="129407" y="189829"/>
                </a:cubicBezTo>
                <a:lnTo>
                  <a:pt x="129407" y="220849"/>
                </a:lnTo>
                <a:cubicBezTo>
                  <a:pt x="124012" y="222646"/>
                  <a:pt x="118168" y="225794"/>
                  <a:pt x="113672" y="230289"/>
                </a:cubicBezTo>
                <a:cubicBezTo>
                  <a:pt x="106030" y="238381"/>
                  <a:pt x="101534" y="248721"/>
                  <a:pt x="101534" y="259960"/>
                </a:cubicBezTo>
                <a:cubicBezTo>
                  <a:pt x="101534" y="272099"/>
                  <a:pt x="106030" y="281090"/>
                  <a:pt x="113672" y="289632"/>
                </a:cubicBezTo>
                <a:cubicBezTo>
                  <a:pt x="121765" y="298173"/>
                  <a:pt x="132105" y="301769"/>
                  <a:pt x="143343" y="301769"/>
                </a:cubicBezTo>
                <a:cubicBezTo>
                  <a:pt x="155482" y="301769"/>
                  <a:pt x="164473" y="298173"/>
                  <a:pt x="173015" y="289632"/>
                </a:cubicBezTo>
                <a:cubicBezTo>
                  <a:pt x="181556" y="281539"/>
                  <a:pt x="185153" y="272099"/>
                  <a:pt x="185153" y="259960"/>
                </a:cubicBezTo>
                <a:cubicBezTo>
                  <a:pt x="185153" y="257263"/>
                  <a:pt x="185153" y="253217"/>
                  <a:pt x="184253" y="250519"/>
                </a:cubicBezTo>
                <a:lnTo>
                  <a:pt x="252588" y="209609"/>
                </a:lnTo>
                <a:cubicBezTo>
                  <a:pt x="258431" y="215454"/>
                  <a:pt x="265625" y="218152"/>
                  <a:pt x="274166" y="218152"/>
                </a:cubicBezTo>
                <a:cubicBezTo>
                  <a:pt x="283607" y="218152"/>
                  <a:pt x="291249" y="215454"/>
                  <a:pt x="297543" y="208711"/>
                </a:cubicBezTo>
                <a:moveTo>
                  <a:pt x="242697" y="181736"/>
                </a:moveTo>
                <a:cubicBezTo>
                  <a:pt x="241797" y="183535"/>
                  <a:pt x="241797" y="184434"/>
                  <a:pt x="241348" y="184884"/>
                </a:cubicBezTo>
                <a:cubicBezTo>
                  <a:pt x="241348" y="188930"/>
                  <a:pt x="242247" y="191627"/>
                  <a:pt x="243145" y="194325"/>
                </a:cubicBezTo>
                <a:lnTo>
                  <a:pt x="174812" y="232537"/>
                </a:lnTo>
                <a:cubicBezTo>
                  <a:pt x="173914" y="231637"/>
                  <a:pt x="173015" y="230739"/>
                  <a:pt x="173015" y="229840"/>
                </a:cubicBezTo>
                <a:cubicBezTo>
                  <a:pt x="165371" y="223096"/>
                  <a:pt x="158179" y="219500"/>
                  <a:pt x="147839" y="218600"/>
                </a:cubicBezTo>
                <a:lnTo>
                  <a:pt x="147839" y="189829"/>
                </a:lnTo>
                <a:cubicBezTo>
                  <a:pt x="159976" y="188031"/>
                  <a:pt x="169417" y="182636"/>
                  <a:pt x="178858" y="174094"/>
                </a:cubicBezTo>
                <a:cubicBezTo>
                  <a:pt x="182905" y="169599"/>
                  <a:pt x="186501" y="165553"/>
                  <a:pt x="188299" y="161057"/>
                </a:cubicBezTo>
                <a:lnTo>
                  <a:pt x="242697" y="181736"/>
                </a:lnTo>
              </a:path>
            </a:pathLst>
          </a:custGeom>
          <a:solidFill>
            <a:srgbClr val="FFFFFF"/>
          </a:solidFill>
          <a:ln w="12590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0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4722941" y="3167970"/>
            <a:ext cx="268130" cy="301694"/>
          </a:xfrm>
          <a:custGeom>
            <a:avLst/>
            <a:gdLst>
              <a:gd name="connsiteX0" fmla="*/ 241317 w 319950"/>
              <a:gd name="connsiteY0" fmla="*/ 115 h 360000"/>
              <a:gd name="connsiteX1" fmla="*/ 26784 w 319950"/>
              <a:gd name="connsiteY1" fmla="*/ 149 h 360000"/>
              <a:gd name="connsiteX2" fmla="*/ 120 w 319950"/>
              <a:gd name="connsiteY2" fmla="*/ 26817 h 360000"/>
              <a:gd name="connsiteX3" fmla="*/ 116 w 319950"/>
              <a:gd name="connsiteY3" fmla="*/ 333435 h 360000"/>
              <a:gd name="connsiteX4" fmla="*/ 26784 w 319950"/>
              <a:gd name="connsiteY4" fmla="*/ 360103 h 360000"/>
              <a:gd name="connsiteX5" fmla="*/ 293398 w 319950"/>
              <a:gd name="connsiteY5" fmla="*/ 360115 h 360000"/>
              <a:gd name="connsiteX6" fmla="*/ 320066 w 319950"/>
              <a:gd name="connsiteY6" fmla="*/ 333447 h 360000"/>
              <a:gd name="connsiteX7" fmla="*/ 320066 w 319950"/>
              <a:gd name="connsiteY7" fmla="*/ 333435 h 360000"/>
              <a:gd name="connsiteX8" fmla="*/ 319946 w 319950"/>
              <a:gd name="connsiteY8" fmla="*/ 77587 h 360000"/>
              <a:gd name="connsiteX9" fmla="*/ 241317 w 319950"/>
              <a:gd name="connsiteY9" fmla="*/ 115 h 360000"/>
              <a:gd name="connsiteX10" fmla="*/ 261409 w 319950"/>
              <a:gd name="connsiteY10" fmla="*/ 198705 h 360000"/>
              <a:gd name="connsiteX11" fmla="*/ 258922 w 319950"/>
              <a:gd name="connsiteY11" fmla="*/ 202086 h 360000"/>
              <a:gd name="connsiteX12" fmla="*/ 257236 w 319950"/>
              <a:gd name="connsiteY12" fmla="*/ 202438 h 360000"/>
              <a:gd name="connsiteX13" fmla="*/ 254713 w 319950"/>
              <a:gd name="connsiteY13" fmla="*/ 201606 h 360000"/>
              <a:gd name="connsiteX14" fmla="*/ 229199 w 319950"/>
              <a:gd name="connsiteY14" fmla="*/ 182697 h 360000"/>
              <a:gd name="connsiteX15" fmla="*/ 176094 w 319950"/>
              <a:gd name="connsiteY15" fmla="*/ 251457 h 360000"/>
              <a:gd name="connsiteX16" fmla="*/ 158644 w 319950"/>
              <a:gd name="connsiteY16" fmla="*/ 253947 h 360000"/>
              <a:gd name="connsiteX17" fmla="*/ 117113 w 319950"/>
              <a:gd name="connsiteY17" fmla="*/ 223945 h 360000"/>
              <a:gd name="connsiteX18" fmla="*/ 73432 w 319950"/>
              <a:gd name="connsiteY18" fmla="*/ 275714 h 360000"/>
              <a:gd name="connsiteX19" fmla="*/ 63751 w 319950"/>
              <a:gd name="connsiteY19" fmla="*/ 280185 h 360000"/>
              <a:gd name="connsiteX20" fmla="*/ 55716 w 319950"/>
              <a:gd name="connsiteY20" fmla="*/ 277319 h 360000"/>
              <a:gd name="connsiteX21" fmla="*/ 54086 w 319950"/>
              <a:gd name="connsiteY21" fmla="*/ 259863 h 360000"/>
              <a:gd name="connsiteX22" fmla="*/ 105331 w 319950"/>
              <a:gd name="connsiteY22" fmla="*/ 199129 h 360000"/>
              <a:gd name="connsiteX23" fmla="*/ 122441 w 319950"/>
              <a:gd name="connsiteY23" fmla="*/ 197059 h 360000"/>
              <a:gd name="connsiteX24" fmla="*/ 163555 w 319950"/>
              <a:gd name="connsiteY24" fmla="*/ 226755 h 360000"/>
              <a:gd name="connsiteX25" fmla="*/ 209091 w 319950"/>
              <a:gd name="connsiteY25" fmla="*/ 167793 h 360000"/>
              <a:gd name="connsiteX26" fmla="*/ 191649 w 319950"/>
              <a:gd name="connsiteY26" fmla="*/ 154866 h 360000"/>
              <a:gd name="connsiteX27" fmla="*/ 190015 w 319950"/>
              <a:gd name="connsiteY27" fmla="*/ 151016 h 360000"/>
              <a:gd name="connsiteX28" fmla="*/ 192623 w 319950"/>
              <a:gd name="connsiteY28" fmla="*/ 147724 h 360000"/>
              <a:gd name="connsiteX29" fmla="*/ 263015 w 319950"/>
              <a:gd name="connsiteY29" fmla="*/ 120188 h 360000"/>
              <a:gd name="connsiteX30" fmla="*/ 267085 w 319950"/>
              <a:gd name="connsiteY30" fmla="*/ 120728 h 360000"/>
              <a:gd name="connsiteX31" fmla="*/ 268735 w 319950"/>
              <a:gd name="connsiteY31" fmla="*/ 124428 h 360000"/>
              <a:gd name="connsiteX32" fmla="*/ 261409 w 319950"/>
              <a:gd name="connsiteY32" fmla="*/ 198705 h 360000"/>
              <a:gd name="connsiteX33" fmla="*/ 236536 w 319950"/>
              <a:gd name="connsiteY33" fmla="*/ 93447 h 360000"/>
              <a:gd name="connsiteX34" fmla="*/ 227464 w 319950"/>
              <a:gd name="connsiteY34" fmla="*/ 84514 h 360000"/>
              <a:gd name="connsiteX35" fmla="*/ 227464 w 319950"/>
              <a:gd name="connsiteY35" fmla="*/ 14212 h 360000"/>
              <a:gd name="connsiteX36" fmla="*/ 307889 w 319950"/>
              <a:gd name="connsiteY36" fmla="*/ 93447 h 360000"/>
              <a:gd name="connsiteX37" fmla="*/ 236536 w 319950"/>
              <a:gd name="connsiteY37" fmla="*/ 93447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19950" h="360000">
                <a:moveTo>
                  <a:pt x="241317" y="115"/>
                </a:moveTo>
                <a:lnTo>
                  <a:pt x="26784" y="149"/>
                </a:lnTo>
                <a:cubicBezTo>
                  <a:pt x="12057" y="151"/>
                  <a:pt x="120" y="12090"/>
                  <a:pt x="120" y="26817"/>
                </a:cubicBezTo>
                <a:lnTo>
                  <a:pt x="116" y="333435"/>
                </a:lnTo>
                <a:cubicBezTo>
                  <a:pt x="116" y="348164"/>
                  <a:pt x="12056" y="360103"/>
                  <a:pt x="26784" y="360103"/>
                </a:cubicBezTo>
                <a:lnTo>
                  <a:pt x="293398" y="360115"/>
                </a:lnTo>
                <a:cubicBezTo>
                  <a:pt x="308127" y="360115"/>
                  <a:pt x="320066" y="348174"/>
                  <a:pt x="320066" y="333447"/>
                </a:cubicBezTo>
                <a:cubicBezTo>
                  <a:pt x="320066" y="333443"/>
                  <a:pt x="320066" y="333439"/>
                  <a:pt x="320066" y="333435"/>
                </a:cubicBezTo>
                <a:lnTo>
                  <a:pt x="319946" y="77587"/>
                </a:lnTo>
                <a:lnTo>
                  <a:pt x="241317" y="115"/>
                </a:lnTo>
                <a:moveTo>
                  <a:pt x="261409" y="198705"/>
                </a:moveTo>
                <a:cubicBezTo>
                  <a:pt x="261262" y="200193"/>
                  <a:pt x="260312" y="201486"/>
                  <a:pt x="258922" y="202086"/>
                </a:cubicBezTo>
                <a:cubicBezTo>
                  <a:pt x="258392" y="202318"/>
                  <a:pt x="257817" y="202437"/>
                  <a:pt x="257236" y="202438"/>
                </a:cubicBezTo>
                <a:cubicBezTo>
                  <a:pt x="256342" y="202438"/>
                  <a:pt x="255454" y="202156"/>
                  <a:pt x="254713" y="201606"/>
                </a:cubicBezTo>
                <a:lnTo>
                  <a:pt x="229199" y="182697"/>
                </a:lnTo>
                <a:lnTo>
                  <a:pt x="176094" y="251457"/>
                </a:lnTo>
                <a:cubicBezTo>
                  <a:pt x="171934" y="256848"/>
                  <a:pt x="164176" y="257958"/>
                  <a:pt x="158644" y="253947"/>
                </a:cubicBezTo>
                <a:lnTo>
                  <a:pt x="117113" y="223945"/>
                </a:lnTo>
                <a:lnTo>
                  <a:pt x="73432" y="275714"/>
                </a:lnTo>
                <a:cubicBezTo>
                  <a:pt x="70946" y="278663"/>
                  <a:pt x="67363" y="280185"/>
                  <a:pt x="63751" y="280185"/>
                </a:cubicBezTo>
                <a:cubicBezTo>
                  <a:pt x="60815" y="280187"/>
                  <a:pt x="57971" y="279173"/>
                  <a:pt x="55716" y="277319"/>
                </a:cubicBezTo>
                <a:cubicBezTo>
                  <a:pt x="50372" y="272945"/>
                  <a:pt x="49642" y="265129"/>
                  <a:pt x="54086" y="259863"/>
                </a:cubicBezTo>
                <a:lnTo>
                  <a:pt x="105331" y="199129"/>
                </a:lnTo>
                <a:cubicBezTo>
                  <a:pt x="109574" y="194084"/>
                  <a:pt x="117076" y="193168"/>
                  <a:pt x="122441" y="197059"/>
                </a:cubicBezTo>
                <a:lnTo>
                  <a:pt x="163555" y="226755"/>
                </a:lnTo>
                <a:lnTo>
                  <a:pt x="209091" y="167793"/>
                </a:lnTo>
                <a:lnTo>
                  <a:pt x="191649" y="154866"/>
                </a:lnTo>
                <a:cubicBezTo>
                  <a:pt x="190438" y="153969"/>
                  <a:pt x="189814" y="152496"/>
                  <a:pt x="190015" y="151016"/>
                </a:cubicBezTo>
                <a:cubicBezTo>
                  <a:pt x="190217" y="149535"/>
                  <a:pt x="191214" y="148276"/>
                  <a:pt x="192623" y="147724"/>
                </a:cubicBezTo>
                <a:lnTo>
                  <a:pt x="263015" y="120188"/>
                </a:lnTo>
                <a:cubicBezTo>
                  <a:pt x="264375" y="119658"/>
                  <a:pt x="265916" y="119863"/>
                  <a:pt x="267085" y="120728"/>
                </a:cubicBezTo>
                <a:cubicBezTo>
                  <a:pt x="268252" y="121593"/>
                  <a:pt x="268879" y="122996"/>
                  <a:pt x="268735" y="124428"/>
                </a:cubicBezTo>
                <a:lnTo>
                  <a:pt x="261409" y="198705"/>
                </a:lnTo>
                <a:moveTo>
                  <a:pt x="236536" y="93447"/>
                </a:moveTo>
                <a:cubicBezTo>
                  <a:pt x="231525" y="93447"/>
                  <a:pt x="227464" y="89447"/>
                  <a:pt x="227464" y="84514"/>
                </a:cubicBezTo>
                <a:lnTo>
                  <a:pt x="227464" y="14212"/>
                </a:lnTo>
                <a:lnTo>
                  <a:pt x="307889" y="93447"/>
                </a:lnTo>
                <a:lnTo>
                  <a:pt x="236536" y="93447"/>
                </a:lnTo>
              </a:path>
            </a:pathLst>
          </a:custGeom>
          <a:solidFill>
            <a:srgbClr val="FFFFFF"/>
          </a:solidFill>
          <a:ln w="13057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1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5733149" y="2797541"/>
            <a:ext cx="258332" cy="301694"/>
          </a:xfrm>
          <a:custGeom>
            <a:avLst/>
            <a:gdLst>
              <a:gd name="connsiteX0" fmla="*/ 170791 w 308257"/>
              <a:gd name="connsiteY0" fmla="*/ 114 h 359999"/>
              <a:gd name="connsiteX1" fmla="*/ 34953 w 308257"/>
              <a:gd name="connsiteY1" fmla="*/ 115856 h 359999"/>
              <a:gd name="connsiteX2" fmla="*/ 2021 w 308257"/>
              <a:gd name="connsiteY2" fmla="*/ 173955 h 359999"/>
              <a:gd name="connsiteX3" fmla="*/ 14618 w 308257"/>
              <a:gd name="connsiteY3" fmla="*/ 195576 h 359999"/>
              <a:gd name="connsiteX4" fmla="*/ 36838 w 308257"/>
              <a:gd name="connsiteY4" fmla="*/ 195576 h 359999"/>
              <a:gd name="connsiteX5" fmla="*/ 36838 w 308257"/>
              <a:gd name="connsiteY5" fmla="*/ 267787 h 359999"/>
              <a:gd name="connsiteX6" fmla="*/ 75740 w 308257"/>
              <a:gd name="connsiteY6" fmla="*/ 298449 h 359999"/>
              <a:gd name="connsiteX7" fmla="*/ 100657 w 308257"/>
              <a:gd name="connsiteY7" fmla="*/ 295007 h 359999"/>
              <a:gd name="connsiteX8" fmla="*/ 100657 w 308257"/>
              <a:gd name="connsiteY8" fmla="*/ 336854 h 359999"/>
              <a:gd name="connsiteX9" fmla="*/ 123920 w 308257"/>
              <a:gd name="connsiteY9" fmla="*/ 360113 h 359999"/>
              <a:gd name="connsiteX10" fmla="*/ 199527 w 308257"/>
              <a:gd name="connsiteY10" fmla="*/ 360113 h 359999"/>
              <a:gd name="connsiteX11" fmla="*/ 222793 w 308257"/>
              <a:gd name="connsiteY11" fmla="*/ 336854 h 359999"/>
              <a:gd name="connsiteX12" fmla="*/ 222793 w 308257"/>
              <a:gd name="connsiteY12" fmla="*/ 265007 h 359999"/>
              <a:gd name="connsiteX13" fmla="*/ 308374 w 308257"/>
              <a:gd name="connsiteY13" fmla="*/ 137660 h 359999"/>
              <a:gd name="connsiteX14" fmla="*/ 170791 w 308257"/>
              <a:gd name="connsiteY14" fmla="*/ 114 h 359999"/>
              <a:gd name="connsiteX15" fmla="*/ 220750 w 308257"/>
              <a:gd name="connsiteY15" fmla="*/ 124048 h 359999"/>
              <a:gd name="connsiteX16" fmla="*/ 145747 w 308257"/>
              <a:gd name="connsiteY16" fmla="*/ 202885 h 359999"/>
              <a:gd name="connsiteX17" fmla="*/ 135778 w 308257"/>
              <a:gd name="connsiteY17" fmla="*/ 198033 h 359999"/>
              <a:gd name="connsiteX18" fmla="*/ 143677 w 308257"/>
              <a:gd name="connsiteY18" fmla="*/ 144055 h 359999"/>
              <a:gd name="connsiteX19" fmla="*/ 109385 w 308257"/>
              <a:gd name="connsiteY19" fmla="*/ 144055 h 359999"/>
              <a:gd name="connsiteX20" fmla="*/ 105169 w 308257"/>
              <a:gd name="connsiteY20" fmla="*/ 134235 h 359999"/>
              <a:gd name="connsiteX21" fmla="*/ 180178 w 308257"/>
              <a:gd name="connsiteY21" fmla="*/ 55399 h 359999"/>
              <a:gd name="connsiteX22" fmla="*/ 190147 w 308257"/>
              <a:gd name="connsiteY22" fmla="*/ 60250 h 359999"/>
              <a:gd name="connsiteX23" fmla="*/ 182248 w 308257"/>
              <a:gd name="connsiteY23" fmla="*/ 114229 h 359999"/>
              <a:gd name="connsiteX24" fmla="*/ 216539 w 308257"/>
              <a:gd name="connsiteY24" fmla="*/ 114229 h 359999"/>
              <a:gd name="connsiteX25" fmla="*/ 220750 w 308257"/>
              <a:gd name="connsiteY25" fmla="*/ 124048 h 3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08257" h="359999">
                <a:moveTo>
                  <a:pt x="170791" y="114"/>
                </a:moveTo>
                <a:cubicBezTo>
                  <a:pt x="102232" y="114"/>
                  <a:pt x="45404" y="50253"/>
                  <a:pt x="34953" y="115856"/>
                </a:cubicBezTo>
                <a:lnTo>
                  <a:pt x="2021" y="173955"/>
                </a:lnTo>
                <a:cubicBezTo>
                  <a:pt x="-3452" y="183608"/>
                  <a:pt x="3521" y="195576"/>
                  <a:pt x="14618" y="195576"/>
                </a:cubicBezTo>
                <a:lnTo>
                  <a:pt x="36838" y="195576"/>
                </a:lnTo>
                <a:lnTo>
                  <a:pt x="36838" y="267787"/>
                </a:lnTo>
                <a:cubicBezTo>
                  <a:pt x="36838" y="288181"/>
                  <a:pt x="55907" y="303210"/>
                  <a:pt x="75740" y="298449"/>
                </a:cubicBezTo>
                <a:lnTo>
                  <a:pt x="100657" y="295007"/>
                </a:lnTo>
                <a:lnTo>
                  <a:pt x="100657" y="336854"/>
                </a:lnTo>
                <a:cubicBezTo>
                  <a:pt x="100657" y="349701"/>
                  <a:pt x="111073" y="360113"/>
                  <a:pt x="123920" y="360113"/>
                </a:cubicBezTo>
                <a:lnTo>
                  <a:pt x="199527" y="360113"/>
                </a:lnTo>
                <a:cubicBezTo>
                  <a:pt x="212376" y="360113"/>
                  <a:pt x="222793" y="349701"/>
                  <a:pt x="222793" y="336854"/>
                </a:cubicBezTo>
                <a:lnTo>
                  <a:pt x="222793" y="265007"/>
                </a:lnTo>
                <a:cubicBezTo>
                  <a:pt x="272991" y="244501"/>
                  <a:pt x="308374" y="195219"/>
                  <a:pt x="308374" y="137660"/>
                </a:cubicBezTo>
                <a:cubicBezTo>
                  <a:pt x="308370" y="61691"/>
                  <a:pt x="246772" y="114"/>
                  <a:pt x="170791" y="114"/>
                </a:cubicBezTo>
                <a:moveTo>
                  <a:pt x="220750" y="124048"/>
                </a:moveTo>
                <a:lnTo>
                  <a:pt x="145747" y="202885"/>
                </a:lnTo>
                <a:cubicBezTo>
                  <a:pt x="141838" y="206995"/>
                  <a:pt x="134959" y="203646"/>
                  <a:pt x="135778" y="198033"/>
                </a:cubicBezTo>
                <a:lnTo>
                  <a:pt x="143677" y="144055"/>
                </a:lnTo>
                <a:lnTo>
                  <a:pt x="109385" y="144055"/>
                </a:lnTo>
                <a:cubicBezTo>
                  <a:pt x="104274" y="144055"/>
                  <a:pt x="101650" y="137939"/>
                  <a:pt x="105169" y="134235"/>
                </a:cubicBezTo>
                <a:lnTo>
                  <a:pt x="180178" y="55399"/>
                </a:lnTo>
                <a:cubicBezTo>
                  <a:pt x="184087" y="51289"/>
                  <a:pt x="190966" y="54638"/>
                  <a:pt x="190147" y="60250"/>
                </a:cubicBezTo>
                <a:lnTo>
                  <a:pt x="182248" y="114229"/>
                </a:lnTo>
                <a:lnTo>
                  <a:pt x="216539" y="114229"/>
                </a:lnTo>
                <a:cubicBezTo>
                  <a:pt x="221646" y="114229"/>
                  <a:pt x="224275" y="120344"/>
                  <a:pt x="220750" y="124048"/>
                </a:cubicBezTo>
              </a:path>
            </a:pathLst>
          </a:custGeom>
          <a:solidFill>
            <a:srgbClr val="FFFFFF"/>
          </a:solidFill>
          <a:ln w="12602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矩形 39"/>
          <p:cNvSpPr/>
          <p:nvPr>
            <p:custDataLst>
              <p:tags r:id="rId16"/>
            </p:custDataLst>
          </p:nvPr>
        </p:nvSpPr>
        <p:spPr>
          <a:xfrm>
            <a:off x="720090" y="3572540"/>
            <a:ext cx="2633106" cy="11923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Allows students to update profile information and upload resumes.</a:t>
            </a:r>
            <a:endParaRPr lang="en-US" sz="1800" kern="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4" name="矩形 44"/>
          <p:cNvSpPr/>
          <p:nvPr>
            <p:custDataLst>
              <p:tags r:id="rId17"/>
            </p:custDataLst>
          </p:nvPr>
        </p:nvSpPr>
        <p:spPr>
          <a:xfrm>
            <a:off x="8023860" y="3572510"/>
            <a:ext cx="2978785" cy="1246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Enables students to view available internship and placement opportunities.</a:t>
            </a:r>
            <a:endParaRPr lang="en-US" sz="1800" kern="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6" name="矩形 34"/>
          <p:cNvSpPr/>
          <p:nvPr>
            <p:custDataLst>
              <p:tags r:id="rId18"/>
            </p:custDataLst>
          </p:nvPr>
        </p:nvSpPr>
        <p:spPr>
          <a:xfrm>
            <a:off x="836295" y="2204720"/>
            <a:ext cx="3289300" cy="1019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student registration and secure login functionality.</a:t>
            </a:r>
            <a:endParaRPr lang="en-US" altLang="en-US" sz="1800" kern="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7" name="矩形 36"/>
          <p:cNvSpPr/>
          <p:nvPr>
            <p:custDataLst>
              <p:tags r:id="rId19"/>
            </p:custDataLst>
          </p:nvPr>
        </p:nvSpPr>
        <p:spPr>
          <a:xfrm>
            <a:off x="1492885" y="5020310"/>
            <a:ext cx="2693035" cy="1169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Allows students to apply for internships and placement drives.</a:t>
            </a:r>
            <a:endParaRPr lang="en-US" sz="1800" kern="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" name="矩形 42"/>
          <p:cNvSpPr/>
          <p:nvPr>
            <p:custDataLst>
              <p:tags r:id="rId20"/>
            </p:custDataLst>
          </p:nvPr>
        </p:nvSpPr>
        <p:spPr>
          <a:xfrm>
            <a:off x="7113270" y="2264410"/>
            <a:ext cx="3903345" cy="904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Manages student profile details such as name, email, phone, department, and year.</a:t>
            </a:r>
            <a:endParaRPr lang="en-US" sz="1800" kern="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0" name="矩形 48"/>
          <p:cNvSpPr/>
          <p:nvPr>
            <p:custDataLst>
              <p:tags r:id="rId21"/>
            </p:custDataLst>
          </p:nvPr>
        </p:nvSpPr>
        <p:spPr>
          <a:xfrm>
            <a:off x="7168515" y="5019040"/>
            <a:ext cx="3848100" cy="1203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application tracking to check the current status (Applied, Shortlisted, Accepted, Rejected).</a:t>
            </a:r>
            <a:endParaRPr lang="en-US" altLang="en-US" sz="1800" kern="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51" name="直接连接符 18"/>
          <p:cNvCxnSpPr/>
          <p:nvPr>
            <p:custDataLst>
              <p:tags r:id="rId22"/>
            </p:custDataLst>
          </p:nvPr>
        </p:nvCxnSpPr>
        <p:spPr>
          <a:xfrm>
            <a:off x="4241501" y="2625765"/>
            <a:ext cx="491839" cy="0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21"/>
          <p:cNvCxnSpPr/>
          <p:nvPr>
            <p:custDataLst>
              <p:tags r:id="rId23"/>
            </p:custDataLst>
          </p:nvPr>
        </p:nvCxnSpPr>
        <p:spPr>
          <a:xfrm>
            <a:off x="3408912" y="4002895"/>
            <a:ext cx="321263" cy="1"/>
          </a:xfrm>
          <a:prstGeom prst="line">
            <a:avLst/>
          </a:prstGeom>
          <a:ln>
            <a:solidFill>
              <a:schemeClr val="accent3">
                <a:lumMod val="50000"/>
                <a:lumOff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23"/>
          <p:cNvCxnSpPr/>
          <p:nvPr>
            <p:custDataLst>
              <p:tags r:id="rId24"/>
            </p:custDataLst>
          </p:nvPr>
        </p:nvCxnSpPr>
        <p:spPr>
          <a:xfrm flipV="1">
            <a:off x="4302266" y="5379443"/>
            <a:ext cx="538402" cy="133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25"/>
          <p:cNvCxnSpPr/>
          <p:nvPr>
            <p:custDataLst>
              <p:tags r:id="rId25"/>
            </p:custDataLst>
          </p:nvPr>
        </p:nvCxnSpPr>
        <p:spPr>
          <a:xfrm flipH="1">
            <a:off x="6502637" y="2625765"/>
            <a:ext cx="555083" cy="0"/>
          </a:xfrm>
          <a:prstGeom prst="line">
            <a:avLst/>
          </a:prstGeom>
          <a:ln>
            <a:solidFill>
              <a:schemeClr val="accent2">
                <a:lumMod val="90000"/>
                <a:lumOff val="1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32"/>
          <p:cNvCxnSpPr/>
          <p:nvPr>
            <p:custDataLst>
              <p:tags r:id="rId26"/>
            </p:custDataLst>
          </p:nvPr>
        </p:nvCxnSpPr>
        <p:spPr>
          <a:xfrm flipH="1">
            <a:off x="7619766" y="4002895"/>
            <a:ext cx="348727" cy="0"/>
          </a:xfrm>
          <a:prstGeom prst="line">
            <a:avLst/>
          </a:prstGeom>
          <a:ln>
            <a:solidFill>
              <a:schemeClr val="accent4">
                <a:lumMod val="80000"/>
                <a:lumOff val="2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41"/>
          <p:cNvCxnSpPr/>
          <p:nvPr>
            <p:custDataLst>
              <p:tags r:id="rId27"/>
            </p:custDataLst>
          </p:nvPr>
        </p:nvCxnSpPr>
        <p:spPr>
          <a:xfrm flipH="1" flipV="1">
            <a:off x="6631762" y="5379443"/>
            <a:ext cx="481561" cy="1338"/>
          </a:xfrm>
          <a:prstGeom prst="line">
            <a:avLst/>
          </a:prstGeom>
          <a:ln>
            <a:solidFill>
              <a:schemeClr val="accent6">
                <a:lumMod val="70000"/>
                <a:lumOff val="3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2"/>
          <p:cNvSpPr/>
          <p:nvPr>
            <p:custDataLst>
              <p:tags r:id="rId28"/>
            </p:custDataLst>
          </p:nvPr>
        </p:nvSpPr>
        <p:spPr>
          <a:xfrm>
            <a:off x="3018034" y="1946256"/>
            <a:ext cx="1168546" cy="319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/>
            <a:r>
              <a:rPr lang="en-US" sz="2000" b="1" kern="0" dirty="0">
                <a:solidFill>
                  <a:schemeClr val="accent1"/>
                </a:solidFill>
                <a:sym typeface="Arial" panose="020B0604020202020204" pitchFamily="34" charset="0"/>
              </a:rPr>
              <a:t>01</a:t>
            </a:r>
            <a:endParaRPr lang="en-US" sz="2000" b="1" kern="0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58" name="矩形 3"/>
          <p:cNvSpPr/>
          <p:nvPr>
            <p:custDataLst>
              <p:tags r:id="rId29"/>
            </p:custDataLst>
          </p:nvPr>
        </p:nvSpPr>
        <p:spPr>
          <a:xfrm>
            <a:off x="2184860" y="3322802"/>
            <a:ext cx="1168546" cy="319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/>
            <a:r>
              <a:rPr lang="en-US" sz="2000" b="1" kern="0" dirty="0">
                <a:solidFill>
                  <a:schemeClr val="accent6"/>
                </a:solidFill>
                <a:sym typeface="Arial" panose="020B0604020202020204" pitchFamily="34" charset="0"/>
              </a:rPr>
              <a:t>03</a:t>
            </a:r>
            <a:endParaRPr lang="en-US" sz="2000" b="1" kern="0" dirty="0">
              <a:solidFill>
                <a:schemeClr val="accent6"/>
              </a:solidFill>
              <a:sym typeface="Arial" panose="020B0604020202020204" pitchFamily="34" charset="0"/>
            </a:endParaRPr>
          </a:p>
        </p:txBody>
      </p:sp>
      <p:sp>
        <p:nvSpPr>
          <p:cNvPr id="59" name="矩形 4"/>
          <p:cNvSpPr/>
          <p:nvPr>
            <p:custDataLst>
              <p:tags r:id="rId30"/>
            </p:custDataLst>
          </p:nvPr>
        </p:nvSpPr>
        <p:spPr>
          <a:xfrm>
            <a:off x="3072955" y="4699349"/>
            <a:ext cx="1168546" cy="319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/>
            <a:r>
              <a:rPr lang="en-US" sz="2000" b="1" kern="0" dirty="0">
                <a:solidFill>
                  <a:schemeClr val="accent5"/>
                </a:solidFill>
                <a:sym typeface="Arial" panose="020B0604020202020204" pitchFamily="34" charset="0"/>
              </a:rPr>
              <a:t>05</a:t>
            </a:r>
            <a:endParaRPr lang="en-US" sz="2000" b="1" kern="0" dirty="0">
              <a:solidFill>
                <a:schemeClr val="accent5"/>
              </a:solidFill>
              <a:sym typeface="Arial" panose="020B0604020202020204" pitchFamily="34" charset="0"/>
            </a:endParaRPr>
          </a:p>
        </p:txBody>
      </p:sp>
      <p:sp>
        <p:nvSpPr>
          <p:cNvPr id="60" name="矩形 8"/>
          <p:cNvSpPr/>
          <p:nvPr>
            <p:custDataLst>
              <p:tags r:id="rId31"/>
            </p:custDataLst>
          </p:nvPr>
        </p:nvSpPr>
        <p:spPr>
          <a:xfrm>
            <a:off x="7113786" y="1946256"/>
            <a:ext cx="1168546" cy="319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l"/>
            <a:r>
              <a:rPr lang="en-US" sz="2000" b="1" kern="0" dirty="0">
                <a:solidFill>
                  <a:schemeClr val="accent2"/>
                </a:solidFill>
                <a:sym typeface="Arial" panose="020B0604020202020204" pitchFamily="34" charset="0"/>
              </a:rPr>
              <a:t>02</a:t>
            </a:r>
            <a:endParaRPr lang="en-US" sz="2000" b="1" kern="0" dirty="0">
              <a:solidFill>
                <a:schemeClr val="accent2"/>
              </a:solidFill>
              <a:sym typeface="Arial" panose="020B0604020202020204" pitchFamily="34" charset="0"/>
            </a:endParaRPr>
          </a:p>
        </p:txBody>
      </p:sp>
      <p:sp>
        <p:nvSpPr>
          <p:cNvPr id="61" name="矩形 9"/>
          <p:cNvSpPr/>
          <p:nvPr>
            <p:custDataLst>
              <p:tags r:id="rId32"/>
            </p:custDataLst>
          </p:nvPr>
        </p:nvSpPr>
        <p:spPr>
          <a:xfrm>
            <a:off x="8024082" y="3322802"/>
            <a:ext cx="1168546" cy="319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l"/>
            <a:r>
              <a:rPr lang="en-US" sz="2000" b="1" kern="0" dirty="0">
                <a:solidFill>
                  <a:schemeClr val="accent4"/>
                </a:solidFill>
                <a:sym typeface="Arial" panose="020B0604020202020204" pitchFamily="34" charset="0"/>
              </a:rPr>
              <a:t>04</a:t>
            </a:r>
            <a:endParaRPr lang="en-US" sz="2000" b="1" kern="0" dirty="0">
              <a:solidFill>
                <a:schemeClr val="accent4"/>
              </a:solidFill>
              <a:sym typeface="Arial" panose="020B0604020202020204" pitchFamily="34" charset="0"/>
            </a:endParaRPr>
          </a:p>
        </p:txBody>
      </p:sp>
      <p:sp>
        <p:nvSpPr>
          <p:cNvPr id="62" name="矩形 10"/>
          <p:cNvSpPr/>
          <p:nvPr>
            <p:custDataLst>
              <p:tags r:id="rId33"/>
            </p:custDataLst>
          </p:nvPr>
        </p:nvSpPr>
        <p:spPr>
          <a:xfrm>
            <a:off x="7182146" y="4699349"/>
            <a:ext cx="1168546" cy="319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l"/>
            <a:r>
              <a:rPr lang="en-US" sz="2000" b="1" kern="0" dirty="0">
                <a:solidFill>
                  <a:schemeClr val="accent3"/>
                </a:solidFill>
                <a:sym typeface="Arial" panose="020B0604020202020204" pitchFamily="34" charset="0"/>
              </a:rPr>
              <a:t>06</a:t>
            </a:r>
            <a:endParaRPr lang="en-US" sz="2000" b="1" kern="0" dirty="0">
              <a:solidFill>
                <a:schemeClr val="accent3"/>
              </a:solidFill>
              <a:sym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729990" y="6511290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Intersect-2186&amp;1474" descr="preencoded.png"/>
          <p:cNvSpPr/>
          <p:nvPr userDrawn="1">
            <p:custDataLst>
              <p:tags r:id="rId3"/>
            </p:custDataLst>
          </p:nvPr>
        </p:nvSpPr>
        <p:spPr>
          <a:xfrm>
            <a:off x="6859965" y="3546092"/>
            <a:ext cx="1574428" cy="2185426"/>
          </a:xfrm>
          <a:custGeom>
            <a:avLst/>
            <a:gdLst>
              <a:gd name="connsiteX0" fmla="*/ 0 w 1574428"/>
              <a:gd name="connsiteY0" fmla="*/ 0 h 2185426"/>
              <a:gd name="connsiteX1" fmla="*/ 78705 w 1574428"/>
              <a:gd name="connsiteY1" fmla="*/ 0 h 2185426"/>
              <a:gd name="connsiteX2" fmla="*/ 1574429 w 1574428"/>
              <a:gd name="connsiteY2" fmla="*/ 1550663 h 2185426"/>
              <a:gd name="connsiteX3" fmla="*/ 1574429 w 1574428"/>
              <a:gd name="connsiteY3" fmla="*/ 2185427 h 2185426"/>
              <a:gd name="connsiteX4" fmla="*/ 0 w 1574428"/>
              <a:gd name="connsiteY4" fmla="*/ 0 h 218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4428" h="2185426">
                <a:moveTo>
                  <a:pt x="0" y="0"/>
                </a:moveTo>
                <a:lnTo>
                  <a:pt x="78705" y="0"/>
                </a:lnTo>
                <a:cubicBezTo>
                  <a:pt x="904774" y="0"/>
                  <a:pt x="1574429" y="694255"/>
                  <a:pt x="1574429" y="1550663"/>
                </a:cubicBezTo>
                <a:lnTo>
                  <a:pt x="1574429" y="2185427"/>
                </a:lnTo>
                <a:cubicBezTo>
                  <a:pt x="696397" y="1855973"/>
                  <a:pt x="57349" y="1009061"/>
                  <a:pt x="0" y="0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w="14940" cap="flat">
            <a:noFill/>
            <a:prstDash val="solid"/>
            <a:miter/>
          </a:ln>
          <a:effectLst>
            <a:softEdge rad="177800"/>
          </a:effectLst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4"/>
            </p:custDataLst>
          </p:nvPr>
        </p:nvSpPr>
        <p:spPr>
          <a:xfrm>
            <a:off x="6437376" y="3557016"/>
            <a:ext cx="1901952" cy="3300984"/>
          </a:xfrm>
          <a:custGeom>
            <a:avLst/>
            <a:gdLst>
              <a:gd name="connsiteX0" fmla="*/ 0 w 1901952"/>
              <a:gd name="connsiteY0" fmla="*/ 0 h 3300984"/>
              <a:gd name="connsiteX1" fmla="*/ 633984 w 1901952"/>
              <a:gd name="connsiteY1" fmla="*/ 0 h 3300984"/>
              <a:gd name="connsiteX2" fmla="*/ 1901952 w 1901952"/>
              <a:gd name="connsiteY2" fmla="*/ 1269609 h 3300984"/>
              <a:gd name="connsiteX3" fmla="*/ 1901952 w 1901952"/>
              <a:gd name="connsiteY3" fmla="*/ 3300984 h 3300984"/>
              <a:gd name="connsiteX4" fmla="*/ 0 w 1901952"/>
              <a:gd name="connsiteY4" fmla="*/ 3300984 h 3300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1952" h="3300984">
                <a:moveTo>
                  <a:pt x="0" y="0"/>
                </a:moveTo>
                <a:lnTo>
                  <a:pt x="633984" y="0"/>
                </a:lnTo>
                <a:cubicBezTo>
                  <a:pt x="1334258" y="0"/>
                  <a:pt x="1901952" y="568423"/>
                  <a:pt x="1901952" y="1269609"/>
                </a:cubicBezTo>
                <a:lnTo>
                  <a:pt x="1901952" y="3300984"/>
                </a:lnTo>
                <a:lnTo>
                  <a:pt x="0" y="3300984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2">
                  <a:lumMod val="20000"/>
                  <a:lumOff val="80000"/>
                  <a:alpha val="0"/>
                </a:schemeClr>
              </a:gs>
              <a:gs pos="100000">
                <a:schemeClr val="bg1"/>
              </a:gs>
            </a:gsLst>
            <a:lin ang="5982200" scaled="1"/>
            <a:tileRect/>
          </a:gradFill>
          <a:ln w="12637" cap="flat">
            <a:gradFill>
              <a:gsLst>
                <a:gs pos="0">
                  <a:schemeClr val="bg1">
                    <a:alpha val="83000"/>
                  </a:schemeClr>
                </a:gs>
                <a:gs pos="58000">
                  <a:schemeClr val="bg1">
                    <a:alpha val="22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38375" y="325120"/>
            <a:ext cx="771525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IN" altLang="en-US" sz="3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OUTPUT</a:t>
            </a:r>
            <a:endParaRPr lang="en-IN" altLang="en-US" sz="3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930650" y="6551295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>
          <a:xfrm>
            <a:off x="9408160" y="6492875"/>
            <a:ext cx="27432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70" y="1534160"/>
            <a:ext cx="2592705" cy="21069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6295" y="1534795"/>
            <a:ext cx="2494280" cy="21069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7295" y="1535430"/>
            <a:ext cx="2550160" cy="21069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4175" y="1535430"/>
            <a:ext cx="2542540" cy="21056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870" y="4126230"/>
            <a:ext cx="2592705" cy="199644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6295" y="4126230"/>
            <a:ext cx="2494915" cy="199644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7295" y="4126230"/>
            <a:ext cx="2541270" cy="199580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5285" y="4126230"/>
            <a:ext cx="2453640" cy="1995805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359410" y="3684905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02 : Student Register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385820" y="3684905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03 : Student Login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396990" y="3688080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04 : Student Dashboard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321800" y="3680460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05 : Edit Profile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362585" y="6198235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06 : Upload Resume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3385820" y="6209030"/>
            <a:ext cx="2555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07 : View Available  Internships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6396990" y="6206490"/>
            <a:ext cx="2555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08 : View Placement Opportunities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9357360" y="6210935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09 : My Applications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352550" y="231775"/>
            <a:ext cx="9055100" cy="791845"/>
          </a:xfrm>
        </p:spPr>
        <p:txBody>
          <a:bodyPr wrap="square">
            <a:normAutofit/>
          </a:bodyPr>
          <a:lstStyle/>
          <a:p>
            <a:r>
              <a:rPr lang="en-US" sz="3400" spc="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Module 02: Company Management Module</a:t>
            </a:r>
            <a:endParaRPr lang="en-US" sz="3400" spc="0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椭圆 6"/>
          <p:cNvSpPr/>
          <p:nvPr>
            <p:custDataLst>
              <p:tags r:id="rId4"/>
            </p:custDataLst>
          </p:nvPr>
        </p:nvSpPr>
        <p:spPr>
          <a:xfrm>
            <a:off x="5377202" y="3263441"/>
            <a:ext cx="1437525" cy="1437525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任意多边形: 形状 25"/>
          <p:cNvSpPr/>
          <p:nvPr>
            <p:custDataLst>
              <p:tags r:id="rId5"/>
            </p:custDataLst>
          </p:nvPr>
        </p:nvSpPr>
        <p:spPr>
          <a:xfrm flipH="1">
            <a:off x="1536203" y="1728693"/>
            <a:ext cx="2606065" cy="1340665"/>
          </a:xfrm>
          <a:custGeom>
            <a:avLst/>
            <a:gdLst>
              <a:gd name="connsiteX0" fmla="*/ 0 w 2979534"/>
              <a:gd name="connsiteY0" fmla="*/ 0 h 1899874"/>
              <a:gd name="connsiteX1" fmla="*/ 2979534 w 2979534"/>
              <a:gd name="connsiteY1" fmla="*/ 0 h 1899874"/>
              <a:gd name="connsiteX2" fmla="*/ 2979534 w 2979534"/>
              <a:gd name="connsiteY2" fmla="*/ 1507390 h 1899874"/>
              <a:gd name="connsiteX3" fmla="*/ 1354752 w 2979534"/>
              <a:gd name="connsiteY3" fmla="*/ 1507390 h 1899874"/>
              <a:gd name="connsiteX4" fmla="*/ 919837 w 2979534"/>
              <a:gd name="connsiteY4" fmla="*/ 1899874 h 1899874"/>
              <a:gd name="connsiteX5" fmla="*/ 949571 w 2979534"/>
              <a:gd name="connsiteY5" fmla="*/ 1507390 h 1899874"/>
              <a:gd name="connsiteX6" fmla="*/ 0 w 2979534"/>
              <a:gd name="connsiteY6" fmla="*/ 1507390 h 189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9534" h="1899874">
                <a:moveTo>
                  <a:pt x="0" y="0"/>
                </a:moveTo>
                <a:lnTo>
                  <a:pt x="2979534" y="0"/>
                </a:lnTo>
                <a:lnTo>
                  <a:pt x="2979534" y="1507390"/>
                </a:lnTo>
                <a:lnTo>
                  <a:pt x="1354752" y="1507390"/>
                </a:lnTo>
                <a:lnTo>
                  <a:pt x="919837" y="1899874"/>
                </a:lnTo>
                <a:lnTo>
                  <a:pt x="949571" y="1507390"/>
                </a:lnTo>
                <a:lnTo>
                  <a:pt x="0" y="150739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任意多边形: 形状 20"/>
          <p:cNvSpPr/>
          <p:nvPr>
            <p:custDataLst>
              <p:tags r:id="rId6"/>
            </p:custDataLst>
          </p:nvPr>
        </p:nvSpPr>
        <p:spPr>
          <a:xfrm>
            <a:off x="2212457" y="1965541"/>
            <a:ext cx="3034874" cy="1340664"/>
          </a:xfrm>
          <a:custGeom>
            <a:avLst/>
            <a:gdLst>
              <a:gd name="connsiteX0" fmla="*/ 0 w 3231726"/>
              <a:gd name="connsiteY0" fmla="*/ 0 h 2185192"/>
              <a:gd name="connsiteX1" fmla="*/ 3231726 w 3231726"/>
              <a:gd name="connsiteY1" fmla="*/ 0 h 2185192"/>
              <a:gd name="connsiteX2" fmla="*/ 3231726 w 3231726"/>
              <a:gd name="connsiteY2" fmla="*/ 1836000 h 2185192"/>
              <a:gd name="connsiteX3" fmla="*/ 2925662 w 3231726"/>
              <a:gd name="connsiteY3" fmla="*/ 1836000 h 2185192"/>
              <a:gd name="connsiteX4" fmla="*/ 3062302 w 3231726"/>
              <a:gd name="connsiteY4" fmla="*/ 2185192 h 2185192"/>
              <a:gd name="connsiteX5" fmla="*/ 2490350 w 3231726"/>
              <a:gd name="connsiteY5" fmla="*/ 1836000 h 2185192"/>
              <a:gd name="connsiteX6" fmla="*/ 0 w 3231726"/>
              <a:gd name="connsiteY6" fmla="*/ 1836000 h 218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1726" h="2185192">
                <a:moveTo>
                  <a:pt x="0" y="0"/>
                </a:moveTo>
                <a:lnTo>
                  <a:pt x="3231726" y="0"/>
                </a:lnTo>
                <a:lnTo>
                  <a:pt x="3231726" y="1836000"/>
                </a:lnTo>
                <a:lnTo>
                  <a:pt x="2925662" y="1836000"/>
                </a:lnTo>
                <a:lnTo>
                  <a:pt x="3062302" y="2185192"/>
                </a:lnTo>
                <a:lnTo>
                  <a:pt x="2490350" y="1836000"/>
                </a:lnTo>
                <a:lnTo>
                  <a:pt x="0" y="18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rmAutofit/>
          </a:bodyPr>
          <a:p>
            <a:pPr algn="ctr"/>
            <a:r>
              <a:rPr lang="en-US" altLang="en-US" sz="180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company registration and secure login functionality.</a:t>
            </a:r>
            <a:endParaRPr lang="en-US" sz="18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任意多边形: 形状 13"/>
          <p:cNvSpPr/>
          <p:nvPr>
            <p:custDataLst>
              <p:tags r:id="rId7"/>
            </p:custDataLst>
          </p:nvPr>
        </p:nvSpPr>
        <p:spPr>
          <a:xfrm>
            <a:off x="1188869" y="3301540"/>
            <a:ext cx="3741600" cy="1187556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74538"/>
              <a:gd name="connsiteY0-16" fmla="*/ 0 h 1533525"/>
              <a:gd name="connsiteX1-17" fmla="*/ 3149648 w 3474538"/>
              <a:gd name="connsiteY1-18" fmla="*/ 0 h 1533525"/>
              <a:gd name="connsiteX2-19" fmla="*/ 3149648 w 3474538"/>
              <a:gd name="connsiteY2-20" fmla="*/ 823081 h 1533525"/>
              <a:gd name="connsiteX3-21" fmla="*/ 3474538 w 3474538"/>
              <a:gd name="connsiteY3-22" fmla="*/ 1157079 h 1533525"/>
              <a:gd name="connsiteX4-23" fmla="*/ 3149648 w 3474538"/>
              <a:gd name="connsiteY4-24" fmla="*/ 1120562 h 1533525"/>
              <a:gd name="connsiteX5-25" fmla="*/ 3149648 w 3474538"/>
              <a:gd name="connsiteY5-26" fmla="*/ 1533525 h 1533525"/>
              <a:gd name="connsiteX6-27" fmla="*/ 0 w 3474538"/>
              <a:gd name="connsiteY6-28" fmla="*/ 1533525 h 1533525"/>
              <a:gd name="connsiteX7-29" fmla="*/ 0 w 3474538"/>
              <a:gd name="connsiteY7-30" fmla="*/ 0 h 1533525"/>
              <a:gd name="connsiteX0-31" fmla="*/ 0 w 3547544"/>
              <a:gd name="connsiteY0-32" fmla="*/ 0 h 1533525"/>
              <a:gd name="connsiteX1-33" fmla="*/ 3149648 w 3547544"/>
              <a:gd name="connsiteY1-34" fmla="*/ 0 h 1533525"/>
              <a:gd name="connsiteX2-35" fmla="*/ 3149648 w 3547544"/>
              <a:gd name="connsiteY2-36" fmla="*/ 823081 h 1533525"/>
              <a:gd name="connsiteX3-37" fmla="*/ 3547544 w 3547544"/>
              <a:gd name="connsiteY3-38" fmla="*/ 920928 h 1533525"/>
              <a:gd name="connsiteX4-39" fmla="*/ 3149648 w 3547544"/>
              <a:gd name="connsiteY4-40" fmla="*/ 1120562 h 1533525"/>
              <a:gd name="connsiteX5-41" fmla="*/ 3149648 w 3547544"/>
              <a:gd name="connsiteY5-42" fmla="*/ 1533525 h 1533525"/>
              <a:gd name="connsiteX6-43" fmla="*/ 0 w 3547544"/>
              <a:gd name="connsiteY6-44" fmla="*/ 1533525 h 1533525"/>
              <a:gd name="connsiteX7-45" fmla="*/ 0 w 3547544"/>
              <a:gd name="connsiteY7-46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547544" h="1533525">
                <a:moveTo>
                  <a:pt x="0" y="0"/>
                </a:moveTo>
                <a:lnTo>
                  <a:pt x="3149648" y="0"/>
                </a:lnTo>
                <a:lnTo>
                  <a:pt x="3149648" y="823081"/>
                </a:lnTo>
                <a:lnTo>
                  <a:pt x="3547544" y="920928"/>
                </a:lnTo>
                <a:lnTo>
                  <a:pt x="3149648" y="1120562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252000" rIns="720000" rtlCol="0" anchor="ctr">
            <a:normAutofit/>
          </a:bodyPr>
          <a:p>
            <a:pPr algn="ctr"/>
            <a:r>
              <a:rPr lang="en-US" altLang="en-US" sz="180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Allows companies to post internship and placement opportunities.</a:t>
            </a:r>
            <a:endParaRPr lang="en-US" sz="18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任意多边形: 形状 9"/>
          <p:cNvSpPr/>
          <p:nvPr>
            <p:custDataLst>
              <p:tags r:id="rId8"/>
            </p:custDataLst>
          </p:nvPr>
        </p:nvSpPr>
        <p:spPr>
          <a:xfrm>
            <a:off x="2212340" y="4721225"/>
            <a:ext cx="3530600" cy="1156335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85890"/>
              <a:gd name="connsiteY0-16" fmla="*/ 0 h 1533525"/>
              <a:gd name="connsiteX1-17" fmla="*/ 3149648 w 3485890"/>
              <a:gd name="connsiteY1-18" fmla="*/ 0 h 1533525"/>
              <a:gd name="connsiteX2-19" fmla="*/ 3149648 w 3485890"/>
              <a:gd name="connsiteY2-20" fmla="*/ 823081 h 1533525"/>
              <a:gd name="connsiteX3-21" fmla="*/ 3485890 w 3485890"/>
              <a:gd name="connsiteY3-22" fmla="*/ 682983 h 1533525"/>
              <a:gd name="connsiteX4-23" fmla="*/ 3149648 w 3485890"/>
              <a:gd name="connsiteY4-24" fmla="*/ 1120562 h 1533525"/>
              <a:gd name="connsiteX5-25" fmla="*/ 3149648 w 3485890"/>
              <a:gd name="connsiteY5-26" fmla="*/ 1533525 h 1533525"/>
              <a:gd name="connsiteX6-27" fmla="*/ 0 w 3485890"/>
              <a:gd name="connsiteY6-28" fmla="*/ 1533525 h 1533525"/>
              <a:gd name="connsiteX7-29" fmla="*/ 0 w 3485890"/>
              <a:gd name="connsiteY7-30" fmla="*/ 0 h 1533525"/>
              <a:gd name="connsiteX0-31" fmla="*/ 0 w 3485890"/>
              <a:gd name="connsiteY0-32" fmla="*/ 0 h 1533525"/>
              <a:gd name="connsiteX1-33" fmla="*/ 3149648 w 3485890"/>
              <a:gd name="connsiteY1-34" fmla="*/ 0 h 1533525"/>
              <a:gd name="connsiteX2-35" fmla="*/ 3159662 w 3485890"/>
              <a:gd name="connsiteY2-36" fmla="*/ 516784 h 1533525"/>
              <a:gd name="connsiteX3-37" fmla="*/ 3485890 w 3485890"/>
              <a:gd name="connsiteY3-38" fmla="*/ 682983 h 1533525"/>
              <a:gd name="connsiteX4-39" fmla="*/ 3149648 w 3485890"/>
              <a:gd name="connsiteY4-40" fmla="*/ 1120562 h 1533525"/>
              <a:gd name="connsiteX5-41" fmla="*/ 3149648 w 3485890"/>
              <a:gd name="connsiteY5-42" fmla="*/ 1533525 h 1533525"/>
              <a:gd name="connsiteX6-43" fmla="*/ 0 w 3485890"/>
              <a:gd name="connsiteY6-44" fmla="*/ 1533525 h 1533525"/>
              <a:gd name="connsiteX7-45" fmla="*/ 0 w 3485890"/>
              <a:gd name="connsiteY7-46" fmla="*/ 0 h 1533525"/>
              <a:gd name="connsiteX0-47" fmla="*/ 0 w 3485890"/>
              <a:gd name="connsiteY0-48" fmla="*/ 0 h 1533525"/>
              <a:gd name="connsiteX1-49" fmla="*/ 3149648 w 3485890"/>
              <a:gd name="connsiteY1-50" fmla="*/ 0 h 1533525"/>
              <a:gd name="connsiteX2-51" fmla="*/ 3159662 w 3485890"/>
              <a:gd name="connsiteY2-52" fmla="*/ 516784 h 1533525"/>
              <a:gd name="connsiteX3-53" fmla="*/ 3485890 w 3485890"/>
              <a:gd name="connsiteY3-54" fmla="*/ 682983 h 1533525"/>
              <a:gd name="connsiteX4-55" fmla="*/ 3159662 w 3485890"/>
              <a:gd name="connsiteY4-56" fmla="*/ 814266 h 1533525"/>
              <a:gd name="connsiteX5-57" fmla="*/ 3149648 w 3485890"/>
              <a:gd name="connsiteY5-58" fmla="*/ 1533525 h 1533525"/>
              <a:gd name="connsiteX6-59" fmla="*/ 0 w 3485890"/>
              <a:gd name="connsiteY6-60" fmla="*/ 1533525 h 1533525"/>
              <a:gd name="connsiteX7-61" fmla="*/ 0 w 3485890"/>
              <a:gd name="connsiteY7-62" fmla="*/ 0 h 1533525"/>
              <a:gd name="connsiteX0-63" fmla="*/ 0 w 3405779"/>
              <a:gd name="connsiteY0-64" fmla="*/ 0 h 1533525"/>
              <a:gd name="connsiteX1-65" fmla="*/ 3149648 w 3405779"/>
              <a:gd name="connsiteY1-66" fmla="*/ 0 h 1533525"/>
              <a:gd name="connsiteX2-67" fmla="*/ 3159662 w 3405779"/>
              <a:gd name="connsiteY2-68" fmla="*/ 516784 h 1533525"/>
              <a:gd name="connsiteX3-69" fmla="*/ 3405779 w 3405779"/>
              <a:gd name="connsiteY3-70" fmla="*/ 198013 h 1533525"/>
              <a:gd name="connsiteX4-71" fmla="*/ 3159662 w 3405779"/>
              <a:gd name="connsiteY4-72" fmla="*/ 814266 h 1533525"/>
              <a:gd name="connsiteX5-73" fmla="*/ 3149648 w 3405779"/>
              <a:gd name="connsiteY5-74" fmla="*/ 1533525 h 1533525"/>
              <a:gd name="connsiteX6-75" fmla="*/ 0 w 3405779"/>
              <a:gd name="connsiteY6-76" fmla="*/ 1533525 h 1533525"/>
              <a:gd name="connsiteX7-77" fmla="*/ 0 w 3405779"/>
              <a:gd name="connsiteY7-78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405779" h="1533525">
                <a:moveTo>
                  <a:pt x="0" y="0"/>
                </a:moveTo>
                <a:lnTo>
                  <a:pt x="3149648" y="0"/>
                </a:lnTo>
                <a:lnTo>
                  <a:pt x="3159662" y="516784"/>
                </a:lnTo>
                <a:lnTo>
                  <a:pt x="3405779" y="198013"/>
                </a:lnTo>
                <a:lnTo>
                  <a:pt x="3159662" y="814266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88000" rIns="396000" rtlCol="0" anchor="ctr">
            <a:noAutofit/>
          </a:bodyPr>
          <a:p>
            <a:pPr algn="ctr"/>
            <a:r>
              <a:rPr lang="en-US" altLang="en-US" sz="170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Allows companies to update application status through shortlist, accept, and reject actions.</a:t>
            </a:r>
            <a:endParaRPr lang="en-US" altLang="en-US" sz="15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任意多边形: 形状 7"/>
          <p:cNvSpPr/>
          <p:nvPr>
            <p:custDataLst>
              <p:tags r:id="rId9"/>
            </p:custDataLst>
          </p:nvPr>
        </p:nvSpPr>
        <p:spPr>
          <a:xfrm>
            <a:off x="8049260" y="1719580"/>
            <a:ext cx="2778760" cy="1340485"/>
          </a:xfrm>
          <a:custGeom>
            <a:avLst/>
            <a:gdLst>
              <a:gd name="connsiteX0" fmla="*/ 0 w 2979534"/>
              <a:gd name="connsiteY0" fmla="*/ 0 h 1899874"/>
              <a:gd name="connsiteX1" fmla="*/ 2979534 w 2979534"/>
              <a:gd name="connsiteY1" fmla="*/ 0 h 1899874"/>
              <a:gd name="connsiteX2" fmla="*/ 2979534 w 2979534"/>
              <a:gd name="connsiteY2" fmla="*/ 1507390 h 1899874"/>
              <a:gd name="connsiteX3" fmla="*/ 1354752 w 2979534"/>
              <a:gd name="connsiteY3" fmla="*/ 1507390 h 1899874"/>
              <a:gd name="connsiteX4" fmla="*/ 919837 w 2979534"/>
              <a:gd name="connsiteY4" fmla="*/ 1899874 h 1899874"/>
              <a:gd name="connsiteX5" fmla="*/ 949571 w 2979534"/>
              <a:gd name="connsiteY5" fmla="*/ 1507390 h 1899874"/>
              <a:gd name="connsiteX6" fmla="*/ 0 w 2979534"/>
              <a:gd name="connsiteY6" fmla="*/ 1507390 h 189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9534" h="1899874">
                <a:moveTo>
                  <a:pt x="0" y="0"/>
                </a:moveTo>
                <a:lnTo>
                  <a:pt x="2979534" y="0"/>
                </a:lnTo>
                <a:lnTo>
                  <a:pt x="2979534" y="1507390"/>
                </a:lnTo>
                <a:lnTo>
                  <a:pt x="1354752" y="1507390"/>
                </a:lnTo>
                <a:lnTo>
                  <a:pt x="919837" y="1899874"/>
                </a:lnTo>
                <a:lnTo>
                  <a:pt x="949571" y="1507390"/>
                </a:lnTo>
                <a:lnTo>
                  <a:pt x="0" y="150739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12"/>
          <p:cNvSpPr/>
          <p:nvPr>
            <p:custDataLst>
              <p:tags r:id="rId10"/>
            </p:custDataLst>
          </p:nvPr>
        </p:nvSpPr>
        <p:spPr>
          <a:xfrm flipH="1">
            <a:off x="6944360" y="1956435"/>
            <a:ext cx="3348990" cy="1340485"/>
          </a:xfrm>
          <a:custGeom>
            <a:avLst/>
            <a:gdLst>
              <a:gd name="connsiteX0" fmla="*/ 0 w 3231726"/>
              <a:gd name="connsiteY0" fmla="*/ 0 h 2185192"/>
              <a:gd name="connsiteX1" fmla="*/ 3231726 w 3231726"/>
              <a:gd name="connsiteY1" fmla="*/ 0 h 2185192"/>
              <a:gd name="connsiteX2" fmla="*/ 3231726 w 3231726"/>
              <a:gd name="connsiteY2" fmla="*/ 1836000 h 2185192"/>
              <a:gd name="connsiteX3" fmla="*/ 2925662 w 3231726"/>
              <a:gd name="connsiteY3" fmla="*/ 1836000 h 2185192"/>
              <a:gd name="connsiteX4" fmla="*/ 3062302 w 3231726"/>
              <a:gd name="connsiteY4" fmla="*/ 2185192 h 2185192"/>
              <a:gd name="connsiteX5" fmla="*/ 2490350 w 3231726"/>
              <a:gd name="connsiteY5" fmla="*/ 1836000 h 2185192"/>
              <a:gd name="connsiteX6" fmla="*/ 0 w 3231726"/>
              <a:gd name="connsiteY6" fmla="*/ 1836000 h 218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1726" h="2185192">
                <a:moveTo>
                  <a:pt x="0" y="0"/>
                </a:moveTo>
                <a:lnTo>
                  <a:pt x="3231726" y="0"/>
                </a:lnTo>
                <a:lnTo>
                  <a:pt x="3231726" y="1836000"/>
                </a:lnTo>
                <a:lnTo>
                  <a:pt x="2925662" y="1836000"/>
                </a:lnTo>
                <a:lnTo>
                  <a:pt x="3062302" y="2185192"/>
                </a:lnTo>
                <a:lnTo>
                  <a:pt x="2490350" y="1836000"/>
                </a:lnTo>
                <a:lnTo>
                  <a:pt x="0" y="1836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rmAutofit/>
          </a:bodyPr>
          <a:p>
            <a:pPr algn="ctr"/>
            <a:r>
              <a:rPr lang="en-US" altLang="en-US" sz="180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Manages company profile details such as company name, email, phone, location, and website.</a:t>
            </a:r>
            <a:endParaRPr lang="en-US" sz="18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任意多边形: 形状 17"/>
          <p:cNvSpPr/>
          <p:nvPr>
            <p:custDataLst>
              <p:tags r:id="rId11"/>
            </p:custDataLst>
          </p:nvPr>
        </p:nvSpPr>
        <p:spPr>
          <a:xfrm flipH="1">
            <a:off x="7261824" y="3292650"/>
            <a:ext cx="3741600" cy="1187556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74538"/>
              <a:gd name="connsiteY0-16" fmla="*/ 0 h 1533525"/>
              <a:gd name="connsiteX1-17" fmla="*/ 3149648 w 3474538"/>
              <a:gd name="connsiteY1-18" fmla="*/ 0 h 1533525"/>
              <a:gd name="connsiteX2-19" fmla="*/ 3149648 w 3474538"/>
              <a:gd name="connsiteY2-20" fmla="*/ 823081 h 1533525"/>
              <a:gd name="connsiteX3-21" fmla="*/ 3474538 w 3474538"/>
              <a:gd name="connsiteY3-22" fmla="*/ 1157079 h 1533525"/>
              <a:gd name="connsiteX4-23" fmla="*/ 3149648 w 3474538"/>
              <a:gd name="connsiteY4-24" fmla="*/ 1120562 h 1533525"/>
              <a:gd name="connsiteX5-25" fmla="*/ 3149648 w 3474538"/>
              <a:gd name="connsiteY5-26" fmla="*/ 1533525 h 1533525"/>
              <a:gd name="connsiteX6-27" fmla="*/ 0 w 3474538"/>
              <a:gd name="connsiteY6-28" fmla="*/ 1533525 h 1533525"/>
              <a:gd name="connsiteX7-29" fmla="*/ 0 w 3474538"/>
              <a:gd name="connsiteY7-30" fmla="*/ 0 h 1533525"/>
              <a:gd name="connsiteX0-31" fmla="*/ 0 w 3547544"/>
              <a:gd name="connsiteY0-32" fmla="*/ 0 h 1533525"/>
              <a:gd name="connsiteX1-33" fmla="*/ 3149648 w 3547544"/>
              <a:gd name="connsiteY1-34" fmla="*/ 0 h 1533525"/>
              <a:gd name="connsiteX2-35" fmla="*/ 3149648 w 3547544"/>
              <a:gd name="connsiteY2-36" fmla="*/ 823081 h 1533525"/>
              <a:gd name="connsiteX3-37" fmla="*/ 3547544 w 3547544"/>
              <a:gd name="connsiteY3-38" fmla="*/ 920928 h 1533525"/>
              <a:gd name="connsiteX4-39" fmla="*/ 3149648 w 3547544"/>
              <a:gd name="connsiteY4-40" fmla="*/ 1120562 h 1533525"/>
              <a:gd name="connsiteX5-41" fmla="*/ 3149648 w 3547544"/>
              <a:gd name="connsiteY5-42" fmla="*/ 1533525 h 1533525"/>
              <a:gd name="connsiteX6-43" fmla="*/ 0 w 3547544"/>
              <a:gd name="connsiteY6-44" fmla="*/ 1533525 h 1533525"/>
              <a:gd name="connsiteX7-45" fmla="*/ 0 w 3547544"/>
              <a:gd name="connsiteY7-46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547544" h="1533525">
                <a:moveTo>
                  <a:pt x="0" y="0"/>
                </a:moveTo>
                <a:lnTo>
                  <a:pt x="3149648" y="0"/>
                </a:lnTo>
                <a:lnTo>
                  <a:pt x="3149648" y="823081"/>
                </a:lnTo>
                <a:lnTo>
                  <a:pt x="3547544" y="920928"/>
                </a:lnTo>
                <a:lnTo>
                  <a:pt x="3149648" y="1120562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0" tIns="252000" rIns="396000" rtlCol="0" anchor="ctr">
            <a:normAutofit/>
          </a:bodyPr>
          <a:p>
            <a:pPr algn="ctr"/>
            <a:r>
              <a:rPr lang="en-US" altLang="en-US" sz="180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Enables companies to view student applications and uploaded resumes.</a:t>
            </a:r>
            <a:endParaRPr lang="en-US" sz="18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任意多边形: 形状 21"/>
          <p:cNvSpPr/>
          <p:nvPr>
            <p:custDataLst>
              <p:tags r:id="rId12"/>
            </p:custDataLst>
          </p:nvPr>
        </p:nvSpPr>
        <p:spPr>
          <a:xfrm flipH="1">
            <a:off x="6449060" y="4711700"/>
            <a:ext cx="3844925" cy="1156335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85890"/>
              <a:gd name="connsiteY0-16" fmla="*/ 0 h 1533525"/>
              <a:gd name="connsiteX1-17" fmla="*/ 3149648 w 3485890"/>
              <a:gd name="connsiteY1-18" fmla="*/ 0 h 1533525"/>
              <a:gd name="connsiteX2-19" fmla="*/ 3149648 w 3485890"/>
              <a:gd name="connsiteY2-20" fmla="*/ 823081 h 1533525"/>
              <a:gd name="connsiteX3-21" fmla="*/ 3485890 w 3485890"/>
              <a:gd name="connsiteY3-22" fmla="*/ 682983 h 1533525"/>
              <a:gd name="connsiteX4-23" fmla="*/ 3149648 w 3485890"/>
              <a:gd name="connsiteY4-24" fmla="*/ 1120562 h 1533525"/>
              <a:gd name="connsiteX5-25" fmla="*/ 3149648 w 3485890"/>
              <a:gd name="connsiteY5-26" fmla="*/ 1533525 h 1533525"/>
              <a:gd name="connsiteX6-27" fmla="*/ 0 w 3485890"/>
              <a:gd name="connsiteY6-28" fmla="*/ 1533525 h 1533525"/>
              <a:gd name="connsiteX7-29" fmla="*/ 0 w 3485890"/>
              <a:gd name="connsiteY7-30" fmla="*/ 0 h 1533525"/>
              <a:gd name="connsiteX0-31" fmla="*/ 0 w 3485890"/>
              <a:gd name="connsiteY0-32" fmla="*/ 0 h 1533525"/>
              <a:gd name="connsiteX1-33" fmla="*/ 3149648 w 3485890"/>
              <a:gd name="connsiteY1-34" fmla="*/ 0 h 1533525"/>
              <a:gd name="connsiteX2-35" fmla="*/ 3159662 w 3485890"/>
              <a:gd name="connsiteY2-36" fmla="*/ 516784 h 1533525"/>
              <a:gd name="connsiteX3-37" fmla="*/ 3485890 w 3485890"/>
              <a:gd name="connsiteY3-38" fmla="*/ 682983 h 1533525"/>
              <a:gd name="connsiteX4-39" fmla="*/ 3149648 w 3485890"/>
              <a:gd name="connsiteY4-40" fmla="*/ 1120562 h 1533525"/>
              <a:gd name="connsiteX5-41" fmla="*/ 3149648 w 3485890"/>
              <a:gd name="connsiteY5-42" fmla="*/ 1533525 h 1533525"/>
              <a:gd name="connsiteX6-43" fmla="*/ 0 w 3485890"/>
              <a:gd name="connsiteY6-44" fmla="*/ 1533525 h 1533525"/>
              <a:gd name="connsiteX7-45" fmla="*/ 0 w 3485890"/>
              <a:gd name="connsiteY7-46" fmla="*/ 0 h 1533525"/>
              <a:gd name="connsiteX0-47" fmla="*/ 0 w 3485890"/>
              <a:gd name="connsiteY0-48" fmla="*/ 0 h 1533525"/>
              <a:gd name="connsiteX1-49" fmla="*/ 3149648 w 3485890"/>
              <a:gd name="connsiteY1-50" fmla="*/ 0 h 1533525"/>
              <a:gd name="connsiteX2-51" fmla="*/ 3159662 w 3485890"/>
              <a:gd name="connsiteY2-52" fmla="*/ 516784 h 1533525"/>
              <a:gd name="connsiteX3-53" fmla="*/ 3485890 w 3485890"/>
              <a:gd name="connsiteY3-54" fmla="*/ 682983 h 1533525"/>
              <a:gd name="connsiteX4-55" fmla="*/ 3159662 w 3485890"/>
              <a:gd name="connsiteY4-56" fmla="*/ 814266 h 1533525"/>
              <a:gd name="connsiteX5-57" fmla="*/ 3149648 w 3485890"/>
              <a:gd name="connsiteY5-58" fmla="*/ 1533525 h 1533525"/>
              <a:gd name="connsiteX6-59" fmla="*/ 0 w 3485890"/>
              <a:gd name="connsiteY6-60" fmla="*/ 1533525 h 1533525"/>
              <a:gd name="connsiteX7-61" fmla="*/ 0 w 3485890"/>
              <a:gd name="connsiteY7-62" fmla="*/ 0 h 1533525"/>
              <a:gd name="connsiteX0-63" fmla="*/ 0 w 3405779"/>
              <a:gd name="connsiteY0-64" fmla="*/ 0 h 1533525"/>
              <a:gd name="connsiteX1-65" fmla="*/ 3149648 w 3405779"/>
              <a:gd name="connsiteY1-66" fmla="*/ 0 h 1533525"/>
              <a:gd name="connsiteX2-67" fmla="*/ 3159662 w 3405779"/>
              <a:gd name="connsiteY2-68" fmla="*/ 516784 h 1533525"/>
              <a:gd name="connsiteX3-69" fmla="*/ 3405779 w 3405779"/>
              <a:gd name="connsiteY3-70" fmla="*/ 198013 h 1533525"/>
              <a:gd name="connsiteX4-71" fmla="*/ 3159662 w 3405779"/>
              <a:gd name="connsiteY4-72" fmla="*/ 814266 h 1533525"/>
              <a:gd name="connsiteX5-73" fmla="*/ 3149648 w 3405779"/>
              <a:gd name="connsiteY5-74" fmla="*/ 1533525 h 1533525"/>
              <a:gd name="connsiteX6-75" fmla="*/ 0 w 3405779"/>
              <a:gd name="connsiteY6-76" fmla="*/ 1533525 h 1533525"/>
              <a:gd name="connsiteX7-77" fmla="*/ 0 w 3405779"/>
              <a:gd name="connsiteY7-78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405779" h="1533525">
                <a:moveTo>
                  <a:pt x="0" y="0"/>
                </a:moveTo>
                <a:lnTo>
                  <a:pt x="3149648" y="0"/>
                </a:lnTo>
                <a:lnTo>
                  <a:pt x="3159662" y="516784"/>
                </a:lnTo>
                <a:lnTo>
                  <a:pt x="3405779" y="198013"/>
                </a:lnTo>
                <a:lnTo>
                  <a:pt x="3159662" y="814266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0" tIns="288000" rIns="108000" rtlCol="0" anchor="ctr">
            <a:noAutofit/>
          </a:bodyPr>
          <a:p>
            <a:pPr algn="ctr"/>
            <a:r>
              <a:rPr lang="en-US" altLang="en-US" sz="180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Helps companies manage recruitment activities efficiently through a centralized dashboard.</a:t>
            </a:r>
            <a:endParaRPr lang="en-US" altLang="en-US" sz="1800" kern="0" dirty="0">
              <a:ln>
                <a:noFill/>
                <a:prstDash val="sysDot"/>
              </a:ln>
              <a:solidFill>
                <a:schemeClr val="lt1">
                  <a:lumMod val="10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" name="图片 7" descr="343439383331313b343532303032333bc6f3d2b5bcf2bde9"/>
          <p:cNvSpPr/>
          <p:nvPr>
            <p:custDataLst>
              <p:tags r:id="rId13"/>
            </p:custDataLst>
          </p:nvPr>
        </p:nvSpPr>
        <p:spPr>
          <a:xfrm>
            <a:off x="5772159" y="3658399"/>
            <a:ext cx="647981" cy="647981"/>
          </a:xfrm>
          <a:custGeom>
            <a:avLst/>
            <a:gdLst>
              <a:gd name="connsiteX0" fmla="*/ 625851 w 648000"/>
              <a:gd name="connsiteY0" fmla="*/ 601551 h 648000"/>
              <a:gd name="connsiteX1" fmla="*/ 648114 w 648000"/>
              <a:gd name="connsiteY1" fmla="*/ 625851 h 648000"/>
              <a:gd name="connsiteX2" fmla="*/ 625851 w 648000"/>
              <a:gd name="connsiteY2" fmla="*/ 648114 h 648000"/>
              <a:gd name="connsiteX3" fmla="*/ 22331 w 648000"/>
              <a:gd name="connsiteY3" fmla="*/ 648114 h 648000"/>
              <a:gd name="connsiteX4" fmla="*/ 114 w 648000"/>
              <a:gd name="connsiteY4" fmla="*/ 623814 h 648000"/>
              <a:gd name="connsiteX5" fmla="*/ 22377 w 648000"/>
              <a:gd name="connsiteY5" fmla="*/ 601551 h 648000"/>
              <a:gd name="connsiteX6" fmla="*/ 56814 w 648000"/>
              <a:gd name="connsiteY6" fmla="*/ 601551 h 648000"/>
              <a:gd name="connsiteX7" fmla="*/ 56814 w 648000"/>
              <a:gd name="connsiteY7" fmla="*/ 32514 h 648000"/>
              <a:gd name="connsiteX8" fmla="*/ 89214 w 648000"/>
              <a:gd name="connsiteY8" fmla="*/ 114 h 648000"/>
              <a:gd name="connsiteX9" fmla="*/ 386878 w 648000"/>
              <a:gd name="connsiteY9" fmla="*/ 114 h 648000"/>
              <a:gd name="connsiteX10" fmla="*/ 419278 w 648000"/>
              <a:gd name="connsiteY10" fmla="*/ 32514 h 648000"/>
              <a:gd name="connsiteX11" fmla="*/ 419278 w 648000"/>
              <a:gd name="connsiteY11" fmla="*/ 212751 h 648000"/>
              <a:gd name="connsiteX12" fmla="*/ 546887 w 648000"/>
              <a:gd name="connsiteY12" fmla="*/ 253251 h 648000"/>
              <a:gd name="connsiteX13" fmla="*/ 591414 w 648000"/>
              <a:gd name="connsiteY13" fmla="*/ 313978 h 648000"/>
              <a:gd name="connsiteX14" fmla="*/ 591414 w 648000"/>
              <a:gd name="connsiteY14" fmla="*/ 601551 h 648000"/>
              <a:gd name="connsiteX15" fmla="*/ 625851 w 648000"/>
              <a:gd name="connsiteY15" fmla="*/ 601551 h 648000"/>
              <a:gd name="connsiteX16" fmla="*/ 267414 w 648000"/>
              <a:gd name="connsiteY16" fmla="*/ 135731 h 648000"/>
              <a:gd name="connsiteX17" fmla="*/ 267414 w 648000"/>
              <a:gd name="connsiteY17" fmla="*/ 192431 h 648000"/>
              <a:gd name="connsiteX18" fmla="*/ 358551 w 648000"/>
              <a:gd name="connsiteY18" fmla="*/ 192431 h 648000"/>
              <a:gd name="connsiteX19" fmla="*/ 358551 w 648000"/>
              <a:gd name="connsiteY19" fmla="*/ 135777 h 648000"/>
              <a:gd name="connsiteX20" fmla="*/ 267414 w 648000"/>
              <a:gd name="connsiteY20" fmla="*/ 135777 h 648000"/>
              <a:gd name="connsiteX21" fmla="*/ 267414 w 648000"/>
              <a:gd name="connsiteY21" fmla="*/ 135777 h 648000"/>
              <a:gd name="connsiteX22" fmla="*/ 267414 w 648000"/>
              <a:gd name="connsiteY22" fmla="*/ 135731 h 648000"/>
              <a:gd name="connsiteX23" fmla="*/ 208678 w 648000"/>
              <a:gd name="connsiteY23" fmla="*/ 494168 h 648000"/>
              <a:gd name="connsiteX24" fmla="*/ 208678 w 648000"/>
              <a:gd name="connsiteY24" fmla="*/ 437514 h 648000"/>
              <a:gd name="connsiteX25" fmla="*/ 117587 w 648000"/>
              <a:gd name="connsiteY25" fmla="*/ 437514 h 648000"/>
              <a:gd name="connsiteX26" fmla="*/ 117587 w 648000"/>
              <a:gd name="connsiteY26" fmla="*/ 494214 h 648000"/>
              <a:gd name="connsiteX27" fmla="*/ 208678 w 648000"/>
              <a:gd name="connsiteY27" fmla="*/ 494214 h 648000"/>
              <a:gd name="connsiteX28" fmla="*/ 208678 w 648000"/>
              <a:gd name="connsiteY28" fmla="*/ 494214 h 648000"/>
              <a:gd name="connsiteX29" fmla="*/ 208678 w 648000"/>
              <a:gd name="connsiteY29" fmla="*/ 494168 h 648000"/>
              <a:gd name="connsiteX30" fmla="*/ 117587 w 648000"/>
              <a:gd name="connsiteY30" fmla="*/ 344341 h 648000"/>
              <a:gd name="connsiteX31" fmla="*/ 208678 w 648000"/>
              <a:gd name="connsiteY31" fmla="*/ 344341 h 648000"/>
              <a:gd name="connsiteX32" fmla="*/ 208678 w 648000"/>
              <a:gd name="connsiteY32" fmla="*/ 287687 h 648000"/>
              <a:gd name="connsiteX33" fmla="*/ 117587 w 648000"/>
              <a:gd name="connsiteY33" fmla="*/ 287687 h 648000"/>
              <a:gd name="connsiteX34" fmla="*/ 117587 w 648000"/>
              <a:gd name="connsiteY34" fmla="*/ 344434 h 648000"/>
              <a:gd name="connsiteX35" fmla="*/ 117587 w 648000"/>
              <a:gd name="connsiteY35" fmla="*/ 344341 h 648000"/>
              <a:gd name="connsiteX36" fmla="*/ 117587 w 648000"/>
              <a:gd name="connsiteY36" fmla="*/ 192524 h 648000"/>
              <a:gd name="connsiteX37" fmla="*/ 208678 w 648000"/>
              <a:gd name="connsiteY37" fmla="*/ 192524 h 648000"/>
              <a:gd name="connsiteX38" fmla="*/ 208678 w 648000"/>
              <a:gd name="connsiteY38" fmla="*/ 135731 h 648000"/>
              <a:gd name="connsiteX39" fmla="*/ 117587 w 648000"/>
              <a:gd name="connsiteY39" fmla="*/ 135731 h 648000"/>
              <a:gd name="connsiteX40" fmla="*/ 117587 w 648000"/>
              <a:gd name="connsiteY40" fmla="*/ 192431 h 648000"/>
              <a:gd name="connsiteX41" fmla="*/ 117587 w 648000"/>
              <a:gd name="connsiteY41" fmla="*/ 192524 h 648000"/>
              <a:gd name="connsiteX42" fmla="*/ 267414 w 648000"/>
              <a:gd name="connsiteY42" fmla="*/ 285651 h 648000"/>
              <a:gd name="connsiteX43" fmla="*/ 267414 w 648000"/>
              <a:gd name="connsiteY43" fmla="*/ 344387 h 648000"/>
              <a:gd name="connsiteX44" fmla="*/ 358551 w 648000"/>
              <a:gd name="connsiteY44" fmla="*/ 344387 h 648000"/>
              <a:gd name="connsiteX45" fmla="*/ 358551 w 648000"/>
              <a:gd name="connsiteY45" fmla="*/ 285604 h 648000"/>
              <a:gd name="connsiteX46" fmla="*/ 267414 w 648000"/>
              <a:gd name="connsiteY46" fmla="*/ 285604 h 648000"/>
              <a:gd name="connsiteX47" fmla="*/ 267414 w 648000"/>
              <a:gd name="connsiteY47" fmla="*/ 285604 h 648000"/>
              <a:gd name="connsiteX48" fmla="*/ 267414 w 648000"/>
              <a:gd name="connsiteY48" fmla="*/ 285651 h 648000"/>
              <a:gd name="connsiteX49" fmla="*/ 360587 w 648000"/>
              <a:gd name="connsiteY49" fmla="*/ 494214 h 648000"/>
              <a:gd name="connsiteX50" fmla="*/ 360587 w 648000"/>
              <a:gd name="connsiteY50" fmla="*/ 437514 h 648000"/>
              <a:gd name="connsiteX51" fmla="*/ 269404 w 648000"/>
              <a:gd name="connsiteY51" fmla="*/ 437514 h 648000"/>
              <a:gd name="connsiteX52" fmla="*/ 269404 w 648000"/>
              <a:gd name="connsiteY52" fmla="*/ 494214 h 648000"/>
              <a:gd name="connsiteX53" fmla="*/ 360587 w 648000"/>
              <a:gd name="connsiteY53" fmla="*/ 494214 h 648000"/>
              <a:gd name="connsiteX54" fmla="*/ 360587 w 648000"/>
              <a:gd name="connsiteY54" fmla="*/ 494214 h 648000"/>
              <a:gd name="connsiteX55" fmla="*/ 457787 w 648000"/>
              <a:gd name="connsiteY55" fmla="*/ 561051 h 648000"/>
              <a:gd name="connsiteX56" fmla="*/ 504351 w 648000"/>
              <a:gd name="connsiteY56" fmla="*/ 561051 h 648000"/>
              <a:gd name="connsiteX57" fmla="*/ 504351 w 648000"/>
              <a:gd name="connsiteY57" fmla="*/ 467878 h 648000"/>
              <a:gd name="connsiteX58" fmla="*/ 457787 w 648000"/>
              <a:gd name="connsiteY58" fmla="*/ 467878 h 648000"/>
              <a:gd name="connsiteX59" fmla="*/ 457787 w 648000"/>
              <a:gd name="connsiteY59" fmla="*/ 561051 h 648000"/>
              <a:gd name="connsiteX60" fmla="*/ 457787 w 648000"/>
              <a:gd name="connsiteY60" fmla="*/ 425387 h 648000"/>
              <a:gd name="connsiteX61" fmla="*/ 504351 w 648000"/>
              <a:gd name="connsiteY61" fmla="*/ 425387 h 648000"/>
              <a:gd name="connsiteX62" fmla="*/ 504351 w 648000"/>
              <a:gd name="connsiteY62" fmla="*/ 332214 h 648000"/>
              <a:gd name="connsiteX63" fmla="*/ 457787 w 648000"/>
              <a:gd name="connsiteY63" fmla="*/ 332214 h 648000"/>
              <a:gd name="connsiteX64" fmla="*/ 457787 w 648000"/>
              <a:gd name="connsiteY64" fmla="*/ 425387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48000" h="648000">
                <a:moveTo>
                  <a:pt x="625851" y="601551"/>
                </a:moveTo>
                <a:cubicBezTo>
                  <a:pt x="637978" y="601551"/>
                  <a:pt x="648114" y="611641"/>
                  <a:pt x="648114" y="625851"/>
                </a:cubicBezTo>
                <a:cubicBezTo>
                  <a:pt x="647989" y="638093"/>
                  <a:pt x="638093" y="647989"/>
                  <a:pt x="625851" y="648114"/>
                </a:cubicBezTo>
                <a:lnTo>
                  <a:pt x="22331" y="648114"/>
                </a:lnTo>
                <a:cubicBezTo>
                  <a:pt x="10297" y="648114"/>
                  <a:pt x="114" y="637978"/>
                  <a:pt x="114" y="623814"/>
                </a:cubicBezTo>
                <a:cubicBezTo>
                  <a:pt x="114" y="611641"/>
                  <a:pt x="10251" y="601551"/>
                  <a:pt x="22377" y="601551"/>
                </a:cubicBezTo>
                <a:lnTo>
                  <a:pt x="56814" y="601551"/>
                </a:lnTo>
                <a:lnTo>
                  <a:pt x="56814" y="32514"/>
                </a:lnTo>
                <a:cubicBezTo>
                  <a:pt x="56814" y="14277"/>
                  <a:pt x="70977" y="114"/>
                  <a:pt x="89214" y="114"/>
                </a:cubicBezTo>
                <a:lnTo>
                  <a:pt x="386878" y="114"/>
                </a:lnTo>
                <a:cubicBezTo>
                  <a:pt x="405114" y="114"/>
                  <a:pt x="419278" y="14277"/>
                  <a:pt x="419278" y="32514"/>
                </a:cubicBezTo>
                <a:lnTo>
                  <a:pt x="419278" y="212751"/>
                </a:lnTo>
                <a:lnTo>
                  <a:pt x="546887" y="253251"/>
                </a:lnTo>
                <a:cubicBezTo>
                  <a:pt x="573178" y="261351"/>
                  <a:pt x="591414" y="285651"/>
                  <a:pt x="591414" y="313978"/>
                </a:cubicBezTo>
                <a:lnTo>
                  <a:pt x="591414" y="601551"/>
                </a:lnTo>
                <a:lnTo>
                  <a:pt x="625851" y="601551"/>
                </a:lnTo>
                <a:moveTo>
                  <a:pt x="267414" y="135731"/>
                </a:moveTo>
                <a:lnTo>
                  <a:pt x="267414" y="192431"/>
                </a:lnTo>
                <a:lnTo>
                  <a:pt x="358551" y="192431"/>
                </a:lnTo>
                <a:lnTo>
                  <a:pt x="358551" y="135777"/>
                </a:lnTo>
                <a:lnTo>
                  <a:pt x="267414" y="135777"/>
                </a:lnTo>
                <a:cubicBezTo>
                  <a:pt x="269451" y="133741"/>
                  <a:pt x="267414" y="133741"/>
                  <a:pt x="267414" y="135777"/>
                </a:cubicBezTo>
                <a:lnTo>
                  <a:pt x="267414" y="135731"/>
                </a:lnTo>
                <a:moveTo>
                  <a:pt x="208678" y="494168"/>
                </a:moveTo>
                <a:lnTo>
                  <a:pt x="208678" y="437514"/>
                </a:lnTo>
                <a:lnTo>
                  <a:pt x="117587" y="437514"/>
                </a:lnTo>
                <a:lnTo>
                  <a:pt x="117587" y="494214"/>
                </a:lnTo>
                <a:lnTo>
                  <a:pt x="208678" y="494214"/>
                </a:lnTo>
                <a:cubicBezTo>
                  <a:pt x="208678" y="496251"/>
                  <a:pt x="208678" y="494214"/>
                  <a:pt x="208678" y="494214"/>
                </a:cubicBezTo>
                <a:lnTo>
                  <a:pt x="208678" y="494168"/>
                </a:lnTo>
                <a:moveTo>
                  <a:pt x="117587" y="344341"/>
                </a:moveTo>
                <a:lnTo>
                  <a:pt x="208678" y="344341"/>
                </a:lnTo>
                <a:lnTo>
                  <a:pt x="208678" y="287687"/>
                </a:lnTo>
                <a:lnTo>
                  <a:pt x="117587" y="287687"/>
                </a:lnTo>
                <a:lnTo>
                  <a:pt x="117587" y="344434"/>
                </a:lnTo>
                <a:lnTo>
                  <a:pt x="117587" y="344341"/>
                </a:lnTo>
                <a:moveTo>
                  <a:pt x="117587" y="192524"/>
                </a:moveTo>
                <a:lnTo>
                  <a:pt x="208678" y="192524"/>
                </a:lnTo>
                <a:lnTo>
                  <a:pt x="208678" y="135731"/>
                </a:lnTo>
                <a:lnTo>
                  <a:pt x="117587" y="135731"/>
                </a:lnTo>
                <a:lnTo>
                  <a:pt x="117587" y="192431"/>
                </a:lnTo>
                <a:lnTo>
                  <a:pt x="117587" y="192524"/>
                </a:lnTo>
                <a:moveTo>
                  <a:pt x="267414" y="285651"/>
                </a:moveTo>
                <a:lnTo>
                  <a:pt x="267414" y="344387"/>
                </a:lnTo>
                <a:lnTo>
                  <a:pt x="358551" y="344387"/>
                </a:lnTo>
                <a:lnTo>
                  <a:pt x="358551" y="285604"/>
                </a:lnTo>
                <a:lnTo>
                  <a:pt x="267414" y="285604"/>
                </a:lnTo>
                <a:cubicBezTo>
                  <a:pt x="269451" y="285604"/>
                  <a:pt x="267414" y="285604"/>
                  <a:pt x="267414" y="285604"/>
                </a:cubicBezTo>
                <a:lnTo>
                  <a:pt x="267414" y="285651"/>
                </a:lnTo>
                <a:moveTo>
                  <a:pt x="360587" y="494214"/>
                </a:moveTo>
                <a:lnTo>
                  <a:pt x="360587" y="437514"/>
                </a:lnTo>
                <a:lnTo>
                  <a:pt x="269404" y="437514"/>
                </a:lnTo>
                <a:lnTo>
                  <a:pt x="269404" y="494214"/>
                </a:lnTo>
                <a:lnTo>
                  <a:pt x="360587" y="494214"/>
                </a:lnTo>
                <a:cubicBezTo>
                  <a:pt x="360587" y="496251"/>
                  <a:pt x="360587" y="494214"/>
                  <a:pt x="360587" y="494214"/>
                </a:cubicBezTo>
                <a:moveTo>
                  <a:pt x="457787" y="561051"/>
                </a:moveTo>
                <a:lnTo>
                  <a:pt x="504351" y="561051"/>
                </a:lnTo>
                <a:lnTo>
                  <a:pt x="504351" y="467878"/>
                </a:lnTo>
                <a:lnTo>
                  <a:pt x="457787" y="467878"/>
                </a:lnTo>
                <a:lnTo>
                  <a:pt x="457787" y="561051"/>
                </a:lnTo>
                <a:moveTo>
                  <a:pt x="457787" y="425387"/>
                </a:moveTo>
                <a:lnTo>
                  <a:pt x="504351" y="425387"/>
                </a:lnTo>
                <a:lnTo>
                  <a:pt x="504351" y="332214"/>
                </a:lnTo>
                <a:lnTo>
                  <a:pt x="457787" y="332214"/>
                </a:lnTo>
                <a:lnTo>
                  <a:pt x="457787" y="425387"/>
                </a:lnTo>
              </a:path>
            </a:pathLst>
          </a:custGeom>
          <a:solidFill>
            <a:schemeClr val="accent1"/>
          </a:solidFill>
          <a:ln w="23131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930650" y="6551295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  <a:alpha val="50000"/>
              </a:schemeClr>
            </a:gs>
            <a:gs pos="100000">
              <a:schemeClr val="bg1"/>
            </a:gs>
          </a:gsLst>
          <a:lin ang="14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2238375" y="325120"/>
            <a:ext cx="771525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IN" altLang="en-US" sz="3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OUTPUT</a:t>
            </a:r>
            <a:endParaRPr lang="en-IN" altLang="en-US" sz="3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930650" y="6551295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>
          <a:xfrm>
            <a:off x="9421160" y="6513155"/>
            <a:ext cx="2700000" cy="316800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1534795"/>
            <a:ext cx="2570480" cy="21088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820" y="1534795"/>
            <a:ext cx="2548255" cy="2108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2545" y="1534160"/>
            <a:ext cx="2569845" cy="21088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860" y="1535430"/>
            <a:ext cx="2456815" cy="202946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870" y="4103370"/>
            <a:ext cx="2569845" cy="199453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5820" y="4102735"/>
            <a:ext cx="2548255" cy="19951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3180" y="4102735"/>
            <a:ext cx="2568575" cy="199580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0860" y="4102735"/>
            <a:ext cx="2456180" cy="199263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359410" y="3684905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10 : Company Register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385820" y="3684905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11 : Company Login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6396990" y="3688080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12 : Company Dashboard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9321800" y="3680460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13 : Post Internships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362585" y="6198235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14 : View Internships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3385820" y="6209030"/>
            <a:ext cx="2555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15 : Internship Applications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6396990" y="6206490"/>
            <a:ext cx="255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16 : Post Placements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9357360" y="6210935"/>
            <a:ext cx="2555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 17 : Placement Applications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395730" y="301625"/>
            <a:ext cx="9401175" cy="878840"/>
          </a:xfrm>
        </p:spPr>
        <p:txBody>
          <a:bodyPr>
            <a:normAutofit fontScale="90000"/>
          </a:bodyPr>
          <a:lstStyle/>
          <a:p>
            <a:pPr algn="ctr"/>
            <a:r>
              <a:rPr sz="3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Module 03: Internship </a:t>
            </a:r>
            <a:r>
              <a:rPr lang="en-IN" altLang="en-US" sz="3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&amp; Placement </a:t>
            </a:r>
            <a:r>
              <a:rPr sz="3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Module</a:t>
            </a:r>
            <a:endParaRPr sz="3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任意多边形 19"/>
          <p:cNvSpPr/>
          <p:nvPr>
            <p:custDataLst>
              <p:tags r:id="rId4"/>
            </p:custDataLst>
          </p:nvPr>
        </p:nvSpPr>
        <p:spPr>
          <a:xfrm>
            <a:off x="944942" y="3017698"/>
            <a:ext cx="5036458" cy="13860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Enables students to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view available internship and placement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opportunities.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任意多边形 22"/>
          <p:cNvSpPr/>
          <p:nvPr>
            <p:custDataLst>
              <p:tags r:id="rId5"/>
            </p:custDataLst>
          </p:nvPr>
        </p:nvSpPr>
        <p:spPr>
          <a:xfrm>
            <a:off x="944942" y="4678313"/>
            <a:ext cx="5036458" cy="13860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 algn="ctr">
              <a:lnSpc>
                <a:spcPct val="150000"/>
              </a:lnSpc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Maintains </a:t>
            </a:r>
            <a:r>
              <a:rPr lang="en-US" alt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 records and tracks </a:t>
            </a: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 application status.</a:t>
            </a:r>
            <a:endPara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6"/>
            </p:custDataLst>
          </p:nvPr>
        </p:nvSpPr>
        <p:spPr>
          <a:xfrm>
            <a:off x="944942" y="1357718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Allows companies to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create and manage internship and placement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opportunities.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任意多边形 27"/>
          <p:cNvSpPr/>
          <p:nvPr>
            <p:custDataLst>
              <p:tags r:id="rId7"/>
            </p:custDataLst>
          </p:nvPr>
        </p:nvSpPr>
        <p:spPr>
          <a:xfrm>
            <a:off x="6467837" y="1357718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Stores details such as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job title, location, stipend/package, eligibility, skills, and last date.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椭圆 4"/>
          <p:cNvSpPr/>
          <p:nvPr>
            <p:custDataLst>
              <p:tags r:id="rId8"/>
            </p:custDataLst>
          </p:nvPr>
        </p:nvSpPr>
        <p:spPr>
          <a:xfrm>
            <a:off x="697914" y="1725403"/>
            <a:ext cx="648143" cy="64814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椭圆 21"/>
          <p:cNvSpPr/>
          <p:nvPr>
            <p:custDataLst>
              <p:tags r:id="rId9"/>
            </p:custDataLst>
          </p:nvPr>
        </p:nvSpPr>
        <p:spPr>
          <a:xfrm>
            <a:off x="697914" y="3385383"/>
            <a:ext cx="648143" cy="64814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5" name="椭圆 24"/>
          <p:cNvSpPr/>
          <p:nvPr>
            <p:custDataLst>
              <p:tags r:id="rId10"/>
            </p:custDataLst>
          </p:nvPr>
        </p:nvSpPr>
        <p:spPr>
          <a:xfrm>
            <a:off x="697914" y="5045363"/>
            <a:ext cx="648143" cy="6481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任意多边形 2"/>
          <p:cNvSpPr/>
          <p:nvPr>
            <p:custDataLst>
              <p:tags r:id="rId11"/>
            </p:custDataLst>
          </p:nvPr>
        </p:nvSpPr>
        <p:spPr>
          <a:xfrm>
            <a:off x="6468472" y="3018333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Allows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students to apply for suitable internships and placement drives.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椭圆 28"/>
          <p:cNvSpPr/>
          <p:nvPr>
            <p:custDataLst>
              <p:tags r:id="rId12"/>
            </p:custDataLst>
          </p:nvPr>
        </p:nvSpPr>
        <p:spPr>
          <a:xfrm>
            <a:off x="6220808" y="1725403"/>
            <a:ext cx="648143" cy="6481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8" name="椭圆 3"/>
          <p:cNvSpPr/>
          <p:nvPr>
            <p:custDataLst>
              <p:tags r:id="rId13"/>
            </p:custDataLst>
          </p:nvPr>
        </p:nvSpPr>
        <p:spPr>
          <a:xfrm>
            <a:off x="6221444" y="3386018"/>
            <a:ext cx="648143" cy="64814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9" name="任意多边形 11"/>
          <p:cNvSpPr/>
          <p:nvPr>
            <p:custDataLst>
              <p:tags r:id="rId14"/>
            </p:custDataLst>
          </p:nvPr>
        </p:nvSpPr>
        <p:spPr>
          <a:xfrm>
            <a:off x="6469107" y="4679584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Helps companies manage applicants through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shortlist, accept, and reject actions.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椭圆 12"/>
          <p:cNvSpPr/>
          <p:nvPr>
            <p:custDataLst>
              <p:tags r:id="rId15"/>
            </p:custDataLst>
          </p:nvPr>
        </p:nvSpPr>
        <p:spPr>
          <a:xfrm>
            <a:off x="6222079" y="5047268"/>
            <a:ext cx="648143" cy="64814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06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930650" y="6551295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任意多边形: 形状 79"/>
          <p:cNvSpPr/>
          <p:nvPr>
            <p:custDataLst>
              <p:tags r:id="rId3"/>
            </p:custDataLst>
          </p:nvPr>
        </p:nvSpPr>
        <p:spPr>
          <a:xfrm>
            <a:off x="6437376" y="3557016"/>
            <a:ext cx="1901952" cy="3300984"/>
          </a:xfrm>
          <a:custGeom>
            <a:avLst/>
            <a:gdLst>
              <a:gd name="connsiteX0" fmla="*/ 0 w 1901952"/>
              <a:gd name="connsiteY0" fmla="*/ 0 h 3300984"/>
              <a:gd name="connsiteX1" fmla="*/ 633984 w 1901952"/>
              <a:gd name="connsiteY1" fmla="*/ 0 h 3300984"/>
              <a:gd name="connsiteX2" fmla="*/ 1901952 w 1901952"/>
              <a:gd name="connsiteY2" fmla="*/ 1269609 h 3300984"/>
              <a:gd name="connsiteX3" fmla="*/ 1901952 w 1901952"/>
              <a:gd name="connsiteY3" fmla="*/ 3300984 h 3300984"/>
              <a:gd name="connsiteX4" fmla="*/ 0 w 1901952"/>
              <a:gd name="connsiteY4" fmla="*/ 3300984 h 3300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1952" h="3300984">
                <a:moveTo>
                  <a:pt x="0" y="0"/>
                </a:moveTo>
                <a:lnTo>
                  <a:pt x="633984" y="0"/>
                </a:lnTo>
                <a:cubicBezTo>
                  <a:pt x="1334258" y="0"/>
                  <a:pt x="1901952" y="568423"/>
                  <a:pt x="1901952" y="1269609"/>
                </a:cubicBezTo>
                <a:lnTo>
                  <a:pt x="1901952" y="3300984"/>
                </a:lnTo>
                <a:lnTo>
                  <a:pt x="0" y="3300984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2">
                  <a:lumMod val="20000"/>
                  <a:lumOff val="80000"/>
                  <a:alpha val="0"/>
                </a:schemeClr>
              </a:gs>
              <a:gs pos="100000">
                <a:schemeClr val="bg1"/>
              </a:gs>
            </a:gsLst>
            <a:lin ang="5982200" scaled="1"/>
            <a:tileRect/>
          </a:gradFill>
          <a:ln w="12637" cap="flat">
            <a:gradFill>
              <a:gsLst>
                <a:gs pos="0">
                  <a:schemeClr val="bg1">
                    <a:alpha val="83000"/>
                  </a:schemeClr>
                </a:gs>
                <a:gs pos="58000">
                  <a:schemeClr val="bg1">
                    <a:alpha val="22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Intersect-2186&amp;1474" descr="preencoded.png"/>
          <p:cNvSpPr/>
          <p:nvPr>
            <p:custDataLst>
              <p:tags r:id="rId4"/>
            </p:custDataLst>
          </p:nvPr>
        </p:nvSpPr>
        <p:spPr>
          <a:xfrm>
            <a:off x="6859965" y="3546092"/>
            <a:ext cx="1574428" cy="2185426"/>
          </a:xfrm>
          <a:custGeom>
            <a:avLst/>
            <a:gdLst>
              <a:gd name="connsiteX0" fmla="*/ 0 w 1574428"/>
              <a:gd name="connsiteY0" fmla="*/ 0 h 2185426"/>
              <a:gd name="connsiteX1" fmla="*/ 78705 w 1574428"/>
              <a:gd name="connsiteY1" fmla="*/ 0 h 2185426"/>
              <a:gd name="connsiteX2" fmla="*/ 1574429 w 1574428"/>
              <a:gd name="connsiteY2" fmla="*/ 1550663 h 2185426"/>
              <a:gd name="connsiteX3" fmla="*/ 1574429 w 1574428"/>
              <a:gd name="connsiteY3" fmla="*/ 2185427 h 2185426"/>
              <a:gd name="connsiteX4" fmla="*/ 0 w 1574428"/>
              <a:gd name="connsiteY4" fmla="*/ 0 h 218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4428" h="2185426">
                <a:moveTo>
                  <a:pt x="0" y="0"/>
                </a:moveTo>
                <a:lnTo>
                  <a:pt x="78705" y="0"/>
                </a:lnTo>
                <a:cubicBezTo>
                  <a:pt x="904774" y="0"/>
                  <a:pt x="1574429" y="694255"/>
                  <a:pt x="1574429" y="1550663"/>
                </a:cubicBezTo>
                <a:lnTo>
                  <a:pt x="1574429" y="2185427"/>
                </a:lnTo>
                <a:cubicBezTo>
                  <a:pt x="696397" y="1855973"/>
                  <a:pt x="57349" y="1009061"/>
                  <a:pt x="0" y="0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w="14940" cap="flat">
            <a:noFill/>
            <a:prstDash val="solid"/>
            <a:miter/>
          </a:ln>
          <a:effectLst>
            <a:softEdge rad="177800"/>
          </a:effectLst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38375" y="325120"/>
            <a:ext cx="771525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IN" altLang="en-US" sz="3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OUTPUT</a:t>
            </a:r>
            <a:endParaRPr lang="en-IN" altLang="en-US" sz="3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930650" y="6551295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05" y="1567815"/>
            <a:ext cx="5420360" cy="4445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585" y="1567815"/>
            <a:ext cx="5511165" cy="444500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730885" y="6060440"/>
            <a:ext cx="4638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Fig 18 : Internship  Management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6602730" y="6059170"/>
            <a:ext cx="4638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Fig 19 : Placement  Management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71611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02485" y="452755"/>
            <a:ext cx="7770495" cy="962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Module 04: </a:t>
            </a:r>
            <a:r>
              <a:rPr lang="en-US" altLang="en-US" sz="3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&amp; System Management</a:t>
            </a:r>
            <a:r>
              <a:rPr lang="en-US" sz="3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endParaRPr lang="en-US" sz="3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序号"/>
          <p:cNvSpPr txBox="1"/>
          <p:nvPr>
            <p:custDataLst>
              <p:tags r:id="rId3"/>
            </p:custDataLst>
          </p:nvPr>
        </p:nvSpPr>
        <p:spPr>
          <a:xfrm>
            <a:off x="1730399" y="1810759"/>
            <a:ext cx="579327" cy="77429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p>
            <a:pPr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b="1" kern="1200" dirty="0">
                <a:solidFill>
                  <a:schemeClr val="accent1"/>
                </a:solidFill>
                <a:latin typeface="+mj-lt"/>
                <a:ea typeface="+mj-lt"/>
                <a:cs typeface="Arial" panose="020B0604020202020204" pitchFamily="34" charset="0"/>
                <a:sym typeface="+mn-ea"/>
              </a:rPr>
              <a:t>01</a:t>
            </a:r>
            <a:endParaRPr lang="en-US" sz="4000" b="1" kern="1200" dirty="0">
              <a:solidFill>
                <a:schemeClr val="accent1"/>
              </a:solidFill>
              <a:latin typeface="+mj-lt"/>
              <a:ea typeface="+mj-lt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项标题"/>
          <p:cNvSpPr txBox="1"/>
          <p:nvPr>
            <p:custDataLst>
              <p:tags r:id="rId4"/>
            </p:custDataLst>
          </p:nvPr>
        </p:nvSpPr>
        <p:spPr>
          <a:xfrm>
            <a:off x="2365257" y="1699157"/>
            <a:ext cx="2910911" cy="88061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kern="120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Provides secure admin login and access control functionality.</a:t>
            </a:r>
            <a:endParaRPr lang="en-US" sz="1800" b="1" kern="1200">
              <a:solidFill>
                <a:schemeClr val="accent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" name="直接连接符 12"/>
          <p:cNvCxnSpPr/>
          <p:nvPr>
            <p:custDataLst>
              <p:tags r:id="rId5"/>
            </p:custDataLst>
          </p:nvPr>
        </p:nvCxnSpPr>
        <p:spPr>
          <a:xfrm>
            <a:off x="2365330" y="2955647"/>
            <a:ext cx="2858087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序号"/>
          <p:cNvSpPr txBox="1"/>
          <p:nvPr>
            <p:custDataLst>
              <p:tags r:id="rId6"/>
            </p:custDataLst>
          </p:nvPr>
        </p:nvSpPr>
        <p:spPr>
          <a:xfrm>
            <a:off x="5750059" y="1805268"/>
            <a:ext cx="579327" cy="77429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p>
            <a:pPr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b="1" kern="1200" dirty="0">
                <a:solidFill>
                  <a:schemeClr val="accent2"/>
                </a:solidFill>
                <a:latin typeface="+mj-lt"/>
                <a:ea typeface="+mj-lt"/>
                <a:cs typeface="Arial" panose="020B0604020202020204" pitchFamily="34" charset="0"/>
                <a:sym typeface="+mn-ea"/>
              </a:rPr>
              <a:t>02</a:t>
            </a:r>
            <a:endParaRPr lang="en-US" sz="4000" b="1" kern="1200" dirty="0">
              <a:solidFill>
                <a:schemeClr val="accent2"/>
              </a:solidFill>
              <a:latin typeface="+mj-lt"/>
              <a:ea typeface="+mj-lt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项标题"/>
          <p:cNvSpPr txBox="1"/>
          <p:nvPr>
            <p:custDataLst>
              <p:tags r:id="rId7"/>
            </p:custDataLst>
          </p:nvPr>
        </p:nvSpPr>
        <p:spPr>
          <a:xfrm>
            <a:off x="6663690" y="1805305"/>
            <a:ext cx="2858135" cy="78232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kern="120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Allows admin to manage student and company information.</a:t>
            </a:r>
            <a:endParaRPr lang="en-US" altLang="en-US" sz="1800" b="1" kern="1200">
              <a:solidFill>
                <a:srgbClr val="7030A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0" name="直接连接符 8"/>
          <p:cNvCxnSpPr/>
          <p:nvPr>
            <p:custDataLst>
              <p:tags r:id="rId8"/>
            </p:custDataLst>
          </p:nvPr>
        </p:nvCxnSpPr>
        <p:spPr>
          <a:xfrm>
            <a:off x="6663657" y="2955647"/>
            <a:ext cx="2858087" cy="0"/>
          </a:xfrm>
          <a:prstGeom prst="line">
            <a:avLst/>
          </a:prstGeom>
          <a:ln>
            <a:solidFill>
              <a:schemeClr val="accent2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序号"/>
          <p:cNvSpPr txBox="1"/>
          <p:nvPr>
            <p:custDataLst>
              <p:tags r:id="rId9"/>
            </p:custDataLst>
          </p:nvPr>
        </p:nvSpPr>
        <p:spPr>
          <a:xfrm>
            <a:off x="5750059" y="3501566"/>
            <a:ext cx="579327" cy="77429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p>
            <a:pPr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b="1" kern="1200" dirty="0">
                <a:solidFill>
                  <a:schemeClr val="accent4"/>
                </a:solidFill>
                <a:latin typeface="+mj-lt"/>
                <a:ea typeface="+mj-lt"/>
                <a:cs typeface="Arial" panose="020B0604020202020204" pitchFamily="34" charset="0"/>
                <a:sym typeface="+mn-ea"/>
              </a:rPr>
              <a:t>04</a:t>
            </a:r>
            <a:endParaRPr lang="en-US" sz="4000" b="1" kern="1200" dirty="0">
              <a:solidFill>
                <a:schemeClr val="accent4"/>
              </a:solidFill>
              <a:latin typeface="+mj-lt"/>
              <a:ea typeface="+mj-lt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项标题"/>
          <p:cNvSpPr txBox="1"/>
          <p:nvPr>
            <p:custDataLst>
              <p:tags r:id="rId10"/>
            </p:custDataLst>
          </p:nvPr>
        </p:nvSpPr>
        <p:spPr>
          <a:xfrm>
            <a:off x="6663055" y="3362325"/>
            <a:ext cx="2924810" cy="9245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kern="1200">
                <a:solidFill>
                  <a:schemeClr val="accent4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Provides a dashboard to display overall system statistics.</a:t>
            </a:r>
            <a:endParaRPr lang="en-US" altLang="en-US" sz="1800" b="1" kern="1200">
              <a:solidFill>
                <a:schemeClr val="accent4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3" name="直接连接符 13"/>
          <p:cNvCxnSpPr/>
          <p:nvPr>
            <p:custDataLst>
              <p:tags r:id="rId11"/>
            </p:custDataLst>
          </p:nvPr>
        </p:nvCxnSpPr>
        <p:spPr>
          <a:xfrm>
            <a:off x="6796814" y="4832462"/>
            <a:ext cx="2858087" cy="0"/>
          </a:xfrm>
          <a:prstGeom prst="line">
            <a:avLst/>
          </a:prstGeom>
          <a:ln>
            <a:solidFill>
              <a:schemeClr val="accent4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序号"/>
          <p:cNvSpPr txBox="1"/>
          <p:nvPr>
            <p:custDataLst>
              <p:tags r:id="rId12"/>
            </p:custDataLst>
          </p:nvPr>
        </p:nvSpPr>
        <p:spPr>
          <a:xfrm>
            <a:off x="1699512" y="3506370"/>
            <a:ext cx="579327" cy="77429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p>
            <a:pPr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b="1" kern="1200" dirty="0">
                <a:solidFill>
                  <a:schemeClr val="accent3"/>
                </a:solidFill>
                <a:latin typeface="+mj-lt"/>
                <a:ea typeface="+mj-lt"/>
                <a:cs typeface="Arial" panose="020B0604020202020204" pitchFamily="34" charset="0"/>
                <a:sym typeface="+mn-ea"/>
              </a:rPr>
              <a:t>03</a:t>
            </a:r>
            <a:endParaRPr lang="en-US" sz="4000" b="1" kern="1200" dirty="0">
              <a:solidFill>
                <a:schemeClr val="accent3"/>
              </a:solidFill>
              <a:latin typeface="+mj-lt"/>
              <a:ea typeface="+mj-lt"/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项标题"/>
          <p:cNvSpPr txBox="1"/>
          <p:nvPr>
            <p:custDataLst>
              <p:tags r:id="rId13"/>
            </p:custDataLst>
          </p:nvPr>
        </p:nvSpPr>
        <p:spPr>
          <a:xfrm>
            <a:off x="2365257" y="3362240"/>
            <a:ext cx="2972685" cy="91836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kern="1200">
                <a:solidFill>
                  <a:schemeClr val="accent3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Enables admin to monitor internships, placements, and application records.</a:t>
            </a:r>
            <a:endParaRPr lang="en-US" altLang="en-US" sz="1800" b="1" kern="1200">
              <a:solidFill>
                <a:schemeClr val="accent3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6" name="直接连接符 17"/>
          <p:cNvCxnSpPr/>
          <p:nvPr>
            <p:custDataLst>
              <p:tags r:id="rId14"/>
            </p:custDataLst>
          </p:nvPr>
        </p:nvCxnSpPr>
        <p:spPr>
          <a:xfrm>
            <a:off x="2424022" y="4821480"/>
            <a:ext cx="2858087" cy="0"/>
          </a:xfrm>
          <a:prstGeom prst="line">
            <a:avLst/>
          </a:prstGeom>
          <a:ln>
            <a:solidFill>
              <a:schemeClr val="accent3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序号"/>
          <p:cNvSpPr txBox="1"/>
          <p:nvPr>
            <p:custDataLst>
              <p:tags r:id="rId15"/>
            </p:custDataLst>
          </p:nvPr>
        </p:nvSpPr>
        <p:spPr>
          <a:xfrm>
            <a:off x="5750059" y="5234242"/>
            <a:ext cx="579327" cy="77429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p>
            <a:pPr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b="1" kern="1200" dirty="0">
                <a:solidFill>
                  <a:schemeClr val="accent6"/>
                </a:solidFill>
                <a:latin typeface="+mj-lt"/>
                <a:ea typeface="+mj-lt"/>
                <a:cs typeface="Arial" panose="020B0604020202020204" pitchFamily="34" charset="0"/>
                <a:sym typeface="+mn-ea"/>
              </a:rPr>
              <a:t>06</a:t>
            </a:r>
            <a:endParaRPr lang="en-US" sz="4000" b="1" kern="1200" dirty="0">
              <a:solidFill>
                <a:schemeClr val="accent6"/>
              </a:solidFill>
              <a:latin typeface="+mj-lt"/>
              <a:ea typeface="+mj-lt"/>
              <a:cs typeface="Arial" panose="020B0604020202020204" pitchFamily="34" charset="0"/>
              <a:sym typeface="+mn-ea"/>
            </a:endParaRPr>
          </a:p>
        </p:txBody>
      </p:sp>
      <p:sp>
        <p:nvSpPr>
          <p:cNvPr id="28" name="项标题"/>
          <p:cNvSpPr txBox="1"/>
          <p:nvPr>
            <p:custDataLst>
              <p:tags r:id="rId16"/>
            </p:custDataLst>
          </p:nvPr>
        </p:nvSpPr>
        <p:spPr>
          <a:xfrm>
            <a:off x="6864985" y="4951095"/>
            <a:ext cx="3523615" cy="11201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kern="120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Ensures proper organization and maintenance of the internship and placement management system.</a:t>
            </a:r>
            <a:endParaRPr lang="en-US" altLang="en-US" sz="1800" b="1" kern="1200">
              <a:solidFill>
                <a:schemeClr val="accent6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9" name="直接连接符 21"/>
          <p:cNvCxnSpPr/>
          <p:nvPr>
            <p:custDataLst>
              <p:tags r:id="rId17"/>
            </p:custDataLst>
          </p:nvPr>
        </p:nvCxnSpPr>
        <p:spPr>
          <a:xfrm>
            <a:off x="6864765" y="6356480"/>
            <a:ext cx="2858087" cy="0"/>
          </a:xfrm>
          <a:prstGeom prst="line">
            <a:avLst/>
          </a:prstGeom>
          <a:ln>
            <a:solidFill>
              <a:schemeClr val="accent6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序号"/>
          <p:cNvSpPr txBox="1"/>
          <p:nvPr>
            <p:custDataLst>
              <p:tags r:id="rId18"/>
            </p:custDataLst>
          </p:nvPr>
        </p:nvSpPr>
        <p:spPr>
          <a:xfrm>
            <a:off x="1699512" y="5201983"/>
            <a:ext cx="579327" cy="77429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p>
            <a:pPr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b="1" kern="1200" dirty="0">
                <a:solidFill>
                  <a:schemeClr val="accent5"/>
                </a:solidFill>
                <a:latin typeface="+mj-lt"/>
                <a:ea typeface="+mj-lt"/>
                <a:cs typeface="Arial" panose="020B0604020202020204" pitchFamily="34" charset="0"/>
                <a:sym typeface="+mn-ea"/>
              </a:rPr>
              <a:t>05</a:t>
            </a:r>
            <a:endParaRPr lang="en-US" sz="4000" b="1" kern="1200" dirty="0">
              <a:solidFill>
                <a:schemeClr val="accent5"/>
              </a:solidFill>
              <a:latin typeface="+mj-lt"/>
              <a:ea typeface="+mj-lt"/>
              <a:cs typeface="Arial" panose="020B0604020202020204" pitchFamily="34" charset="0"/>
              <a:sym typeface="+mn-ea"/>
            </a:endParaRPr>
          </a:p>
        </p:txBody>
      </p:sp>
      <p:sp>
        <p:nvSpPr>
          <p:cNvPr id="31" name="项标题"/>
          <p:cNvSpPr txBox="1"/>
          <p:nvPr>
            <p:custDataLst>
              <p:tags r:id="rId19"/>
            </p:custDataLst>
          </p:nvPr>
        </p:nvSpPr>
        <p:spPr>
          <a:xfrm>
            <a:off x="2365257" y="5238786"/>
            <a:ext cx="2964449" cy="83257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kern="1200">
                <a:solidFill>
                  <a:schemeClr val="accent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Allows admin to view and manage portal activities from a centralized platform.</a:t>
            </a:r>
            <a:endParaRPr lang="en-US" altLang="en-US" sz="1800" b="1" kern="1200">
              <a:solidFill>
                <a:schemeClr val="accent5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32" name="直接连接符 25"/>
          <p:cNvCxnSpPr/>
          <p:nvPr>
            <p:custDataLst>
              <p:tags r:id="rId20"/>
            </p:custDataLst>
          </p:nvPr>
        </p:nvCxnSpPr>
        <p:spPr>
          <a:xfrm>
            <a:off x="2364994" y="6340007"/>
            <a:ext cx="2858087" cy="0"/>
          </a:xfrm>
          <a:prstGeom prst="line">
            <a:avLst/>
          </a:prstGeom>
          <a:ln>
            <a:solidFill>
              <a:schemeClr val="accent5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Google Shape;116;p15"/>
          <p:cNvPicPr preferRelativeResize="0"/>
          <p:nvPr/>
        </p:nvPicPr>
        <p:blipFill rotWithShape="1">
          <a:blip r:embed="rId21"/>
          <a:srcRect/>
          <a:stretch>
            <a:fillRect/>
          </a:stretch>
        </p:blipFill>
        <p:spPr>
          <a:xfrm>
            <a:off x="10536456" y="71611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>
          <a:xfrm>
            <a:off x="11642090" y="6428105"/>
            <a:ext cx="39243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822065" y="6488430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2238375" y="325120"/>
            <a:ext cx="771525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IN" altLang="en-US" sz="3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OUTPUT</a:t>
            </a:r>
            <a:endParaRPr lang="en-IN" altLang="en-US" sz="3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30650" y="6551295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>
          <a:xfrm>
            <a:off x="9215628" y="6492875"/>
            <a:ext cx="27432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" y="1534795"/>
            <a:ext cx="2547620" cy="206438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359410" y="3598545"/>
            <a:ext cx="253301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40000"/>
              </a:lnSpc>
            </a:pPr>
            <a:r>
              <a:rPr lang="en-US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20 :  Admin Login</a:t>
            </a:r>
            <a:endParaRPr lang="en-US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125" y="1522095"/>
            <a:ext cx="2576830" cy="2077085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3202305" y="3599815"/>
            <a:ext cx="253301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40000"/>
              </a:lnSpc>
            </a:pPr>
            <a:r>
              <a:rPr lang="en-US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21 :  Admin Dashboard</a:t>
            </a:r>
            <a:endParaRPr lang="en-US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6630" y="1522095"/>
            <a:ext cx="2893060" cy="207772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6236335" y="3599815"/>
            <a:ext cx="253301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40000"/>
              </a:lnSpc>
            </a:pPr>
            <a:r>
              <a:rPr lang="en-US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22 :  Admin Dashboard</a:t>
            </a:r>
            <a:endParaRPr lang="en-US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0365" y="1534795"/>
            <a:ext cx="2573020" cy="2065020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9298940" y="3599815"/>
            <a:ext cx="253301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40000"/>
              </a:lnSpc>
            </a:pPr>
            <a:r>
              <a:rPr lang="en-US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23 :  View Students</a:t>
            </a:r>
            <a:endParaRPr lang="en-US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05" y="4105275"/>
            <a:ext cx="2548890" cy="1951355"/>
          </a:xfrm>
          <a:prstGeom prst="rect">
            <a:avLst/>
          </a:prstGeom>
        </p:spPr>
      </p:pic>
      <p:sp>
        <p:nvSpPr>
          <p:cNvPr id="24" name="Text Box 23"/>
          <p:cNvSpPr txBox="1"/>
          <p:nvPr/>
        </p:nvSpPr>
        <p:spPr>
          <a:xfrm>
            <a:off x="373380" y="6063615"/>
            <a:ext cx="253301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40000"/>
              </a:lnSpc>
            </a:pPr>
            <a:r>
              <a:rPr lang="en-US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24 : View Companies</a:t>
            </a:r>
            <a:endParaRPr lang="en-US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3570" y="4102735"/>
            <a:ext cx="2576830" cy="1951355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3202940" y="6060440"/>
            <a:ext cx="253301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40000"/>
              </a:lnSpc>
            </a:pPr>
            <a:r>
              <a:rPr lang="en-US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25 :  View Internships</a:t>
            </a:r>
            <a:endParaRPr lang="en-US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7265" y="4112260"/>
            <a:ext cx="2895600" cy="1944370"/>
          </a:xfrm>
          <a:prstGeom prst="rect">
            <a:avLst/>
          </a:prstGeom>
        </p:spPr>
      </p:pic>
      <p:sp>
        <p:nvSpPr>
          <p:cNvPr id="28" name="Text Box 27"/>
          <p:cNvSpPr txBox="1"/>
          <p:nvPr/>
        </p:nvSpPr>
        <p:spPr>
          <a:xfrm>
            <a:off x="6236335" y="6056630"/>
            <a:ext cx="253301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40000"/>
              </a:lnSpc>
            </a:pPr>
            <a:r>
              <a:rPr lang="en-US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26 :  View Placements</a:t>
            </a:r>
            <a:endParaRPr lang="en-US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9730" y="4112260"/>
            <a:ext cx="2573655" cy="1944370"/>
          </a:xfrm>
          <a:prstGeom prst="rect">
            <a:avLst/>
          </a:prstGeom>
        </p:spPr>
      </p:pic>
      <p:sp>
        <p:nvSpPr>
          <p:cNvPr id="30" name="Text Box 29"/>
          <p:cNvSpPr txBox="1"/>
          <p:nvPr/>
        </p:nvSpPr>
        <p:spPr>
          <a:xfrm>
            <a:off x="9302115" y="6071870"/>
            <a:ext cx="253301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40000"/>
              </a:lnSpc>
            </a:pPr>
            <a:r>
              <a:rPr lang="en-US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27 :  View Applications</a:t>
            </a:r>
            <a:endParaRPr lang="en-US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635" y="274955"/>
            <a:ext cx="8530590" cy="850265"/>
          </a:xfrm>
        </p:spPr>
        <p:txBody>
          <a:bodyPr/>
          <a:p>
            <a:r>
              <a:rPr lang="en-US" altLang="en-IN" sz="3200" b="1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altLang="en-IN" sz="3200" b="1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152" name="Google Shape;152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3877945" y="6487160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" y="1659890"/>
            <a:ext cx="5608955" cy="41700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230" y="1660525"/>
            <a:ext cx="5466715" cy="415417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34035" y="5814695"/>
            <a:ext cx="5608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IG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28</a:t>
            </a:r>
            <a:r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: Web Application Development and Implementation Using Eclipse IDE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142990" y="5828665"/>
            <a:ext cx="5608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IG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29</a:t>
            </a:r>
            <a:r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: Database Design and Implementation Using MySQL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3"/>
          <p:cNvSpPr txBox="1"/>
          <p:nvPr/>
        </p:nvSpPr>
        <p:spPr>
          <a:xfrm>
            <a:off x="697230" y="1814830"/>
            <a:ext cx="10869930" cy="430149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23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Developed a functional </a:t>
            </a:r>
            <a:r>
              <a:rPr lang="en-US" altLang="en-US" sz="2300" b="1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Web-Based Internship and Placement Management Portal </a:t>
            </a:r>
            <a:r>
              <a:rPr lang="en-IN" altLang="en-US" sz="2300" b="1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Using Java </a:t>
            </a:r>
            <a:r>
              <a:rPr lang="en-US" altLang="en-US" sz="23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with Student, Company, and Admin modules.</a:t>
            </a:r>
            <a:endParaRPr lang="en-US" altLang="en-US" sz="2300" kern="0">
              <a:solidFill>
                <a:schemeClr val="dk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342900" indent="-34290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23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Students can </a:t>
            </a:r>
            <a:r>
              <a:rPr lang="en-US" altLang="en-US" sz="2300" b="1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apply for opportunities, upload resumes, and track application status.</a:t>
            </a:r>
            <a:endParaRPr lang="en-US" altLang="en-US" sz="2300" b="1" kern="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342900" indent="-34290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23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Companies can post opportunities and manage student applications.</a:t>
            </a:r>
            <a:endParaRPr lang="en-US" altLang="en-US" sz="2300" kern="0">
              <a:solidFill>
                <a:schemeClr val="dk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342900" indent="-34290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23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Admin can monitor overall portal activities through a dashboard.</a:t>
            </a:r>
            <a:endParaRPr lang="en-US" altLang="en-US" sz="2300" kern="0">
              <a:solidFill>
                <a:schemeClr val="dk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342900" indent="-34290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23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The system successfully integrates </a:t>
            </a:r>
            <a:r>
              <a:rPr lang="en-US" altLang="en-US" sz="2300" b="1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Java, JSP, Servlets, JDBC, and MySQL with efficient data management.</a:t>
            </a:r>
            <a:endParaRPr lang="en-US" altLang="en-US" sz="2300" b="1" kern="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342900" indent="-34290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23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Testing confirmed that all modules are working successfully.</a:t>
            </a:r>
            <a:endParaRPr lang="en-US" altLang="zh-CN" sz="2300" kern="0">
              <a:solidFill>
                <a:schemeClr val="dk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3080385" y="434975"/>
            <a:ext cx="6031865" cy="979170"/>
          </a:xfrm>
        </p:spPr>
        <p:txBody>
          <a:bodyPr wrap="square">
            <a:normAutofit/>
          </a:bodyPr>
          <a:lstStyle/>
          <a:p>
            <a:pPr algn="ctr"/>
            <a:r>
              <a:rPr lang="en-US" sz="3400" b="1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US" sz="34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Intersect-2186&amp;1474" descr="preencoded.png"/>
          <p:cNvSpPr/>
          <p:nvPr userDrawn="1">
            <p:custDataLst>
              <p:tags r:id="rId4"/>
            </p:custDataLst>
          </p:nvPr>
        </p:nvSpPr>
        <p:spPr>
          <a:xfrm>
            <a:off x="6859965" y="3546092"/>
            <a:ext cx="1574428" cy="2185426"/>
          </a:xfrm>
          <a:custGeom>
            <a:avLst/>
            <a:gdLst>
              <a:gd name="connsiteX0" fmla="*/ 0 w 1574428"/>
              <a:gd name="connsiteY0" fmla="*/ 0 h 2185426"/>
              <a:gd name="connsiteX1" fmla="*/ 78705 w 1574428"/>
              <a:gd name="connsiteY1" fmla="*/ 0 h 2185426"/>
              <a:gd name="connsiteX2" fmla="*/ 1574429 w 1574428"/>
              <a:gd name="connsiteY2" fmla="*/ 1550663 h 2185426"/>
              <a:gd name="connsiteX3" fmla="*/ 1574429 w 1574428"/>
              <a:gd name="connsiteY3" fmla="*/ 2185427 h 2185426"/>
              <a:gd name="connsiteX4" fmla="*/ 0 w 1574428"/>
              <a:gd name="connsiteY4" fmla="*/ 0 h 218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4428" h="2185426">
                <a:moveTo>
                  <a:pt x="0" y="0"/>
                </a:moveTo>
                <a:lnTo>
                  <a:pt x="78705" y="0"/>
                </a:lnTo>
                <a:cubicBezTo>
                  <a:pt x="904774" y="0"/>
                  <a:pt x="1574429" y="694255"/>
                  <a:pt x="1574429" y="1550663"/>
                </a:cubicBezTo>
                <a:lnTo>
                  <a:pt x="1574429" y="2185427"/>
                </a:lnTo>
                <a:cubicBezTo>
                  <a:pt x="696397" y="1855973"/>
                  <a:pt x="57349" y="1009061"/>
                  <a:pt x="0" y="0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w="14940" cap="flat">
            <a:noFill/>
            <a:prstDash val="solid"/>
            <a:miter/>
          </a:ln>
          <a:effectLst>
            <a:softEdge rad="177800"/>
          </a:effectLst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5"/>
            </p:custDataLst>
          </p:nvPr>
        </p:nvSpPr>
        <p:spPr>
          <a:xfrm>
            <a:off x="6437376" y="3557016"/>
            <a:ext cx="1901952" cy="3300984"/>
          </a:xfrm>
          <a:custGeom>
            <a:avLst/>
            <a:gdLst>
              <a:gd name="connsiteX0" fmla="*/ 0 w 1901952"/>
              <a:gd name="connsiteY0" fmla="*/ 0 h 3300984"/>
              <a:gd name="connsiteX1" fmla="*/ 633984 w 1901952"/>
              <a:gd name="connsiteY1" fmla="*/ 0 h 3300984"/>
              <a:gd name="connsiteX2" fmla="*/ 1901952 w 1901952"/>
              <a:gd name="connsiteY2" fmla="*/ 1269609 h 3300984"/>
              <a:gd name="connsiteX3" fmla="*/ 1901952 w 1901952"/>
              <a:gd name="connsiteY3" fmla="*/ 3300984 h 3300984"/>
              <a:gd name="connsiteX4" fmla="*/ 0 w 1901952"/>
              <a:gd name="connsiteY4" fmla="*/ 3300984 h 3300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1952" h="3300984">
                <a:moveTo>
                  <a:pt x="0" y="0"/>
                </a:moveTo>
                <a:lnTo>
                  <a:pt x="633984" y="0"/>
                </a:lnTo>
                <a:cubicBezTo>
                  <a:pt x="1334258" y="0"/>
                  <a:pt x="1901952" y="568423"/>
                  <a:pt x="1901952" y="1269609"/>
                </a:cubicBezTo>
                <a:lnTo>
                  <a:pt x="1901952" y="3300984"/>
                </a:lnTo>
                <a:lnTo>
                  <a:pt x="0" y="3300984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2">
                  <a:lumMod val="20000"/>
                  <a:lumOff val="80000"/>
                  <a:alpha val="0"/>
                </a:schemeClr>
              </a:gs>
              <a:gs pos="100000">
                <a:schemeClr val="bg1"/>
              </a:gs>
            </a:gsLst>
            <a:lin ang="5982200" scaled="1"/>
            <a:tileRect/>
          </a:gradFill>
          <a:ln w="12637" cap="flat">
            <a:gradFill>
              <a:gsLst>
                <a:gs pos="0">
                  <a:schemeClr val="bg1">
                    <a:alpha val="83000"/>
                  </a:schemeClr>
                </a:gs>
                <a:gs pos="58000">
                  <a:schemeClr val="bg1">
                    <a:alpha val="22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90" name="Text Box 89"/>
          <p:cNvSpPr txBox="1"/>
          <p:nvPr/>
        </p:nvSpPr>
        <p:spPr>
          <a:xfrm>
            <a:off x="4629150" y="6381750"/>
            <a:ext cx="2933700" cy="35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alt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>
          <a:xfrm>
            <a:off x="8959215" y="6381750"/>
            <a:ext cx="27432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  <a:alpha val="50000"/>
              </a:schemeClr>
            </a:gs>
            <a:gs pos="100000">
              <a:schemeClr val="bg1"/>
            </a:gs>
          </a:gsLst>
          <a:lin ang="14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330" y="191770"/>
            <a:ext cx="1520190" cy="11639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2238375" y="325120"/>
            <a:ext cx="771525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IN" altLang="en-US" sz="3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OUTPUT</a:t>
            </a:r>
            <a:endParaRPr lang="en-IN" altLang="en-US" sz="3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0" name="Text Box 89"/>
          <p:cNvSpPr txBox="1"/>
          <p:nvPr/>
        </p:nvSpPr>
        <p:spPr>
          <a:xfrm>
            <a:off x="4629150" y="6381750"/>
            <a:ext cx="2933700" cy="35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alt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" y="1355725"/>
            <a:ext cx="5426710" cy="45459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835" y="1353820"/>
            <a:ext cx="5307965" cy="454850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32485" y="5897880"/>
            <a:ext cx="455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FIG 30 : Internship &amp; Placement Portal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801485" y="5897880"/>
            <a:ext cx="455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FIG 31 : Student Dashboard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6717" y="-144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-144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Box 9"/>
          <p:cNvSpPr txBox="1"/>
          <p:nvPr/>
        </p:nvSpPr>
        <p:spPr>
          <a:xfrm>
            <a:off x="4629150" y="6381750"/>
            <a:ext cx="2933700" cy="35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alt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1343660"/>
            <a:ext cx="5372100" cy="452247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43660"/>
            <a:ext cx="5758180" cy="4521835"/>
          </a:xfrm>
          <a:prstGeom prst="rect">
            <a:avLst/>
          </a:prstGeom>
        </p:spPr>
      </p:pic>
      <p:sp>
        <p:nvSpPr>
          <p:cNvPr id="25" name="Text Box 24"/>
          <p:cNvSpPr txBox="1"/>
          <p:nvPr/>
        </p:nvSpPr>
        <p:spPr>
          <a:xfrm>
            <a:off x="832485" y="5897880"/>
            <a:ext cx="455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FIG 32 : Company Dashboard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6801485" y="5897880"/>
            <a:ext cx="455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FIG 33 : Admin Dashboard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2"/>
                </a:solidFill>
              </a:rPr>
            </a:fld>
            <a:endParaRPr lang="en-US" b="1">
              <a:solidFill>
                <a:schemeClr val="tx2"/>
              </a:solidFill>
            </a:endParaRPr>
          </a:p>
        </p:txBody>
      </p:sp>
      <p:sp>
        <p:nvSpPr>
          <p:cNvPr id="5" name="副标题"/>
          <p:cNvSpPr>
            <a:spLocks noGrp="1"/>
          </p:cNvSpPr>
          <p:nvPr>
            <p:ph type="subTitle" idx="4294967295"/>
            <p:custDataLst>
              <p:tags r:id="rId1"/>
            </p:custDataLst>
          </p:nvPr>
        </p:nvSpPr>
        <p:spPr>
          <a:xfrm>
            <a:off x="2921635" y="3599815"/>
            <a:ext cx="6348730" cy="972185"/>
          </a:xfrm>
        </p:spPr>
        <p:txBody>
          <a:bodyPr/>
          <a:lstStyle/>
          <a:p>
            <a:r>
              <a:rPr lang="en-US">
                <a:noFill/>
              </a:rPr>
              <a:t>Thank you</a:t>
            </a:r>
            <a:endParaRPr lang="en-US">
              <a:noFill/>
            </a:endParaRPr>
          </a:p>
        </p:txBody>
      </p:sp>
      <p:sp>
        <p:nvSpPr>
          <p:cNvPr id="7" name="任意多边形 19"/>
          <p:cNvSpPr/>
          <p:nvPr>
            <p:custDataLst>
              <p:tags r:id="rId2"/>
            </p:custDataLst>
          </p:nvPr>
        </p:nvSpPr>
        <p:spPr>
          <a:xfrm>
            <a:off x="944942" y="3017698"/>
            <a:ext cx="5036458" cy="13860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 algn="l">
              <a:lnSpc>
                <a:spcPct val="150000"/>
              </a:lnSpc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Implementing secure authentication and role-based access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different users.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任意多边形 22"/>
          <p:cNvSpPr/>
          <p:nvPr>
            <p:custDataLst>
              <p:tags r:id="rId3"/>
            </p:custDataLst>
          </p:nvPr>
        </p:nvSpPr>
        <p:spPr>
          <a:xfrm>
            <a:off x="944942" y="4678313"/>
            <a:ext cx="5036458" cy="13860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currently </a:t>
            </a:r>
            <a:r>
              <a:rPr lang="en-US" alt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does not include real-time notifications </a:t>
            </a: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application updates.</a:t>
            </a:r>
            <a:endParaRPr lang="en-US" alt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4"/>
            </p:custDataLst>
          </p:nvPr>
        </p:nvSpPr>
        <p:spPr>
          <a:xfrm>
            <a:off x="944942" y="1357718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 algn="l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Designing and integrating multiple modules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(Student, Company, and Admin)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into a single system.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任意多边形 27"/>
          <p:cNvSpPr/>
          <p:nvPr>
            <p:custDataLst>
              <p:tags r:id="rId5"/>
            </p:custDataLst>
          </p:nvPr>
        </p:nvSpPr>
        <p:spPr>
          <a:xfrm>
            <a:off x="6467837" y="1357718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Managing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database connectivity and maintaining consistency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between application data and MySQL records.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椭圆 4"/>
          <p:cNvSpPr/>
          <p:nvPr>
            <p:custDataLst>
              <p:tags r:id="rId6"/>
            </p:custDataLst>
          </p:nvPr>
        </p:nvSpPr>
        <p:spPr>
          <a:xfrm>
            <a:off x="697914" y="1725403"/>
            <a:ext cx="648143" cy="64814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椭圆 21"/>
          <p:cNvSpPr/>
          <p:nvPr>
            <p:custDataLst>
              <p:tags r:id="rId7"/>
            </p:custDataLst>
          </p:nvPr>
        </p:nvSpPr>
        <p:spPr>
          <a:xfrm>
            <a:off x="697914" y="3385383"/>
            <a:ext cx="648143" cy="64814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5" name="椭圆 24"/>
          <p:cNvSpPr/>
          <p:nvPr>
            <p:custDataLst>
              <p:tags r:id="rId8"/>
            </p:custDataLst>
          </p:nvPr>
        </p:nvSpPr>
        <p:spPr>
          <a:xfrm>
            <a:off x="697914" y="5045363"/>
            <a:ext cx="648143" cy="6481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任意多边形 2"/>
          <p:cNvSpPr/>
          <p:nvPr>
            <p:custDataLst>
              <p:tags r:id="rId9"/>
            </p:custDataLst>
          </p:nvPr>
        </p:nvSpPr>
        <p:spPr>
          <a:xfrm>
            <a:off x="6468472" y="3018333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Handling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resume uploads and application status updates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efficiently.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椭圆 28"/>
          <p:cNvSpPr/>
          <p:nvPr>
            <p:custDataLst>
              <p:tags r:id="rId10"/>
            </p:custDataLst>
          </p:nvPr>
        </p:nvSpPr>
        <p:spPr>
          <a:xfrm>
            <a:off x="6220808" y="1725403"/>
            <a:ext cx="648143" cy="6481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8" name="椭圆 3"/>
          <p:cNvSpPr/>
          <p:nvPr>
            <p:custDataLst>
              <p:tags r:id="rId11"/>
            </p:custDataLst>
          </p:nvPr>
        </p:nvSpPr>
        <p:spPr>
          <a:xfrm>
            <a:off x="6221444" y="3386018"/>
            <a:ext cx="648143" cy="64814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9" name="任意多边形 11"/>
          <p:cNvSpPr/>
          <p:nvPr>
            <p:custDataLst>
              <p:tags r:id="rId12"/>
            </p:custDataLst>
          </p:nvPr>
        </p:nvSpPr>
        <p:spPr>
          <a:xfrm>
            <a:off x="6469107" y="4679584"/>
            <a:ext cx="5036458" cy="138437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portal is limited to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web-based access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requires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further enhancement for mobile platforms.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椭圆 12"/>
          <p:cNvSpPr/>
          <p:nvPr>
            <p:custDataLst>
              <p:tags r:id="rId13"/>
            </p:custDataLst>
          </p:nvPr>
        </p:nvSpPr>
        <p:spPr>
          <a:xfrm>
            <a:off x="6222079" y="5047268"/>
            <a:ext cx="648143" cy="64814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06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2580005" y="271145"/>
            <a:ext cx="7031990" cy="636905"/>
          </a:xfrm>
        </p:spPr>
        <p:txBody>
          <a:bodyPr>
            <a:normAutofit fontScale="90000"/>
          </a:bodyPr>
          <a:lstStyle/>
          <a:p>
            <a:r>
              <a:rPr sz="378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  <a:endParaRPr sz="378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Box 89"/>
          <p:cNvSpPr txBox="1"/>
          <p:nvPr/>
        </p:nvSpPr>
        <p:spPr>
          <a:xfrm>
            <a:off x="4629150" y="6381750"/>
            <a:ext cx="2933700" cy="35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alt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7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515620" y="1617980"/>
            <a:ext cx="11317605" cy="4714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marL="342900" indent="-34290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en-US" altLang="en-US" sz="2300" kern="0" spc="300" dirty="0">
                <a:solidFill>
                  <a:schemeClr val="dk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Developed a </a:t>
            </a:r>
            <a:r>
              <a:rPr lang="en-US" altLang="en-US" sz="2300" b="1" kern="0" spc="300" dirty="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Web-Based Internship and Placement Management Portal</a:t>
            </a:r>
            <a:r>
              <a:rPr lang="en-IN" altLang="en-US" sz="2300" b="1" kern="0" spc="300" dirty="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 Using Java</a:t>
            </a:r>
            <a:r>
              <a:rPr lang="en-US" altLang="en-US" sz="2300" kern="0" spc="300" dirty="0">
                <a:solidFill>
                  <a:schemeClr val="dk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 to automate recruitment activities.</a:t>
            </a:r>
            <a:endParaRPr lang="en-US" altLang="en-US" sz="2300" kern="0" spc="300" dirty="0">
              <a:solidFill>
                <a:schemeClr val="dk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+mn-ea"/>
            </a:endParaRPr>
          </a:p>
          <a:p>
            <a:pPr marL="342900" indent="-34290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en-US" altLang="en-US" sz="2300" kern="0" spc="300" dirty="0">
                <a:solidFill>
                  <a:schemeClr val="dk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Provides a centralized platform for students, companies, and admin to manage internship and placement processes.</a:t>
            </a:r>
            <a:endParaRPr lang="en-US" altLang="en-US" sz="2300" kern="0" spc="300" dirty="0">
              <a:solidFill>
                <a:schemeClr val="dk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+mn-ea"/>
            </a:endParaRPr>
          </a:p>
          <a:p>
            <a:pPr marL="342900" indent="-34290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en-US" altLang="en-US" sz="2300" kern="0" spc="300" dirty="0">
                <a:solidFill>
                  <a:schemeClr val="dk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Handles </a:t>
            </a:r>
            <a:r>
              <a:rPr lang="en-US" altLang="en-US" sz="2300" b="1" kern="0" spc="300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registration, resume upload, opportunity posting, applications, and status</a:t>
            </a:r>
            <a:r>
              <a:rPr lang="en-US" altLang="en-US" sz="2300" kern="0" spc="300" dirty="0">
                <a:solidFill>
                  <a:schemeClr val="dk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 updates efficiently.</a:t>
            </a:r>
            <a:endParaRPr lang="en-US" altLang="en-US" sz="2300" kern="0" spc="300" dirty="0">
              <a:solidFill>
                <a:schemeClr val="dk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+mn-ea"/>
            </a:endParaRPr>
          </a:p>
          <a:p>
            <a:pPr marL="342900" indent="-34290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en-US" altLang="en-US" sz="2300" kern="0" spc="300" dirty="0">
                <a:solidFill>
                  <a:schemeClr val="dk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Implemented using </a:t>
            </a:r>
            <a:r>
              <a:rPr lang="en-US" altLang="en-US" sz="2300" b="1" kern="0" spc="3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Java, JSP, Servlets, JDBC, and MySQL.</a:t>
            </a:r>
            <a:endParaRPr lang="en-US" altLang="en-US" sz="2300" b="1" kern="0" spc="3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+mn-ea"/>
            </a:endParaRPr>
          </a:p>
          <a:p>
            <a:pPr marL="342900" indent="-34290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en-US" altLang="en-US" sz="2300" kern="0" spc="300" dirty="0">
                <a:solidFill>
                  <a:schemeClr val="dk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Future scope includes real-time notifications, mobile support, and AI-based recommendations.</a:t>
            </a:r>
            <a:endParaRPr lang="en-US" altLang="en-US" sz="2300" kern="0" spc="300" dirty="0">
              <a:solidFill>
                <a:schemeClr val="dk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0" name="任意多边形: 形状 79"/>
          <p:cNvSpPr/>
          <p:nvPr>
            <p:custDataLst>
              <p:tags r:id="rId3"/>
            </p:custDataLst>
          </p:nvPr>
        </p:nvSpPr>
        <p:spPr>
          <a:xfrm>
            <a:off x="6437376" y="3557016"/>
            <a:ext cx="1901952" cy="3300984"/>
          </a:xfrm>
          <a:custGeom>
            <a:avLst/>
            <a:gdLst>
              <a:gd name="connsiteX0" fmla="*/ 0 w 1901952"/>
              <a:gd name="connsiteY0" fmla="*/ 0 h 3300984"/>
              <a:gd name="connsiteX1" fmla="*/ 633984 w 1901952"/>
              <a:gd name="connsiteY1" fmla="*/ 0 h 3300984"/>
              <a:gd name="connsiteX2" fmla="*/ 1901952 w 1901952"/>
              <a:gd name="connsiteY2" fmla="*/ 1269609 h 3300984"/>
              <a:gd name="connsiteX3" fmla="*/ 1901952 w 1901952"/>
              <a:gd name="connsiteY3" fmla="*/ 3300984 h 3300984"/>
              <a:gd name="connsiteX4" fmla="*/ 0 w 1901952"/>
              <a:gd name="connsiteY4" fmla="*/ 3300984 h 3300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1952" h="3300984">
                <a:moveTo>
                  <a:pt x="0" y="0"/>
                </a:moveTo>
                <a:lnTo>
                  <a:pt x="633984" y="0"/>
                </a:lnTo>
                <a:cubicBezTo>
                  <a:pt x="1334258" y="0"/>
                  <a:pt x="1901952" y="568423"/>
                  <a:pt x="1901952" y="1269609"/>
                </a:cubicBezTo>
                <a:lnTo>
                  <a:pt x="1901952" y="3300984"/>
                </a:lnTo>
                <a:lnTo>
                  <a:pt x="0" y="3300984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2">
                  <a:lumMod val="20000"/>
                  <a:lumOff val="80000"/>
                  <a:alpha val="0"/>
                </a:schemeClr>
              </a:gs>
              <a:gs pos="100000">
                <a:schemeClr val="bg1"/>
              </a:gs>
            </a:gsLst>
            <a:lin ang="5982200" scaled="1"/>
            <a:tileRect/>
          </a:gradFill>
          <a:ln w="12637" cap="flat">
            <a:gradFill>
              <a:gsLst>
                <a:gs pos="0">
                  <a:schemeClr val="bg1">
                    <a:alpha val="83000"/>
                  </a:schemeClr>
                </a:gs>
                <a:gs pos="58000">
                  <a:schemeClr val="bg1">
                    <a:alpha val="22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Intersect-2186&amp;1474" descr="preencoded.png"/>
          <p:cNvSpPr/>
          <p:nvPr>
            <p:custDataLst>
              <p:tags r:id="rId4"/>
            </p:custDataLst>
          </p:nvPr>
        </p:nvSpPr>
        <p:spPr>
          <a:xfrm>
            <a:off x="6859965" y="3546092"/>
            <a:ext cx="1574428" cy="2185426"/>
          </a:xfrm>
          <a:custGeom>
            <a:avLst/>
            <a:gdLst>
              <a:gd name="connsiteX0" fmla="*/ 0 w 1574428"/>
              <a:gd name="connsiteY0" fmla="*/ 0 h 2185426"/>
              <a:gd name="connsiteX1" fmla="*/ 78705 w 1574428"/>
              <a:gd name="connsiteY1" fmla="*/ 0 h 2185426"/>
              <a:gd name="connsiteX2" fmla="*/ 1574429 w 1574428"/>
              <a:gd name="connsiteY2" fmla="*/ 1550663 h 2185426"/>
              <a:gd name="connsiteX3" fmla="*/ 1574429 w 1574428"/>
              <a:gd name="connsiteY3" fmla="*/ 2185427 h 2185426"/>
              <a:gd name="connsiteX4" fmla="*/ 0 w 1574428"/>
              <a:gd name="connsiteY4" fmla="*/ 0 h 218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4428" h="2185426">
                <a:moveTo>
                  <a:pt x="0" y="0"/>
                </a:moveTo>
                <a:lnTo>
                  <a:pt x="78705" y="0"/>
                </a:lnTo>
                <a:cubicBezTo>
                  <a:pt x="904774" y="0"/>
                  <a:pt x="1574429" y="694255"/>
                  <a:pt x="1574429" y="1550663"/>
                </a:cubicBezTo>
                <a:lnTo>
                  <a:pt x="1574429" y="2185427"/>
                </a:lnTo>
                <a:cubicBezTo>
                  <a:pt x="696397" y="1855973"/>
                  <a:pt x="57349" y="1009061"/>
                  <a:pt x="0" y="0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w="14940" cap="flat">
            <a:noFill/>
            <a:prstDash val="solid"/>
            <a:miter/>
          </a:ln>
          <a:effectLst>
            <a:softEdge rad="177800"/>
          </a:effectLst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90" name="Text Box 89"/>
          <p:cNvSpPr txBox="1"/>
          <p:nvPr/>
        </p:nvSpPr>
        <p:spPr>
          <a:xfrm>
            <a:off x="4629150" y="6381750"/>
            <a:ext cx="2933700" cy="35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alt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标题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2289175" y="398145"/>
            <a:ext cx="7770495" cy="655320"/>
          </a:xfrm>
        </p:spPr>
        <p:txBody>
          <a:bodyPr/>
          <a:lstStyle/>
          <a:p>
            <a:pPr algn="ctr"/>
            <a:r>
              <a:rPr lang="en-US" sz="340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340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4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lang="en-US" sz="3400" b="1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p25"/>
          <p:cNvSpPr txBox="1">
            <a:spLocks noGrp="1"/>
          </p:cNvSpPr>
          <p:nvPr>
            <p:ph type="body" idx="1"/>
          </p:nvPr>
        </p:nvSpPr>
        <p:spPr>
          <a:xfrm>
            <a:off x="705485" y="1929765"/>
            <a:ext cx="10713085" cy="425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Char char="Ø"/>
            </a:pPr>
            <a:r>
              <a:rPr lang="en-US" altLang="en-US" sz="23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[1] M. Patel and R. Sharma, Web-Based Internship Management System, 2023.</a:t>
            </a:r>
            <a:endParaRPr lang="en-US" altLang="en-US" sz="23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Char char="Ø"/>
            </a:pPr>
            <a:r>
              <a:rPr lang="en-US" altLang="en-US" sz="23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[2] S. Kumar and P. Verma, Online Campus Recruitment Portal, 2024.</a:t>
            </a:r>
            <a:endParaRPr lang="en-US" altLang="en-US" sz="23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Char char="Ø"/>
            </a:pPr>
            <a:r>
              <a:rPr lang="en-US" altLang="en-US" sz="23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[3] A. Singh et al., Placement Management Using MVC Architecture, 2024.</a:t>
            </a:r>
            <a:endParaRPr lang="en-US" altLang="en-US" sz="23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Char char="Ø"/>
            </a:pPr>
            <a:r>
              <a:rPr lang="en-US" altLang="en-US" sz="23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[4] R. Das and S. Roy, Internship Management System Using Java and MySQL, 2025.</a:t>
            </a:r>
            <a:endParaRPr lang="en-US" altLang="en-US" sz="23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Char char="Ø"/>
            </a:pPr>
            <a:r>
              <a:rPr lang="en-US" altLang="en-US" sz="23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[5] P. Reddy and V. Rao, Centralized Internship and Placement Portal, 2025.</a:t>
            </a:r>
            <a:endParaRPr lang="en-US" altLang="en-US" sz="23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Char char="Ø"/>
            </a:pPr>
            <a:r>
              <a:rPr lang="en-US" altLang="en-US" sz="23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[6] N. Gupta and S. Mishra, Smart Placement Management System Using Java, 2025.</a:t>
            </a:r>
            <a:endParaRPr lang="en-US" altLang="en-US" sz="23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Char char="Ø"/>
            </a:pPr>
            <a:r>
              <a:rPr lang="en-US" altLang="en-US" sz="23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[7] K. Ramesh and A. Prasad, Web-Based Recruitment and Internship Portal, 2023.</a:t>
            </a:r>
            <a:endParaRPr lang="en-US" altLang="en-US" sz="23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18" name="Google Shape;218;p2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89" y="404244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100297" y="408442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930015" y="6487160"/>
            <a:ext cx="43313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CSA0927</a:t>
            </a:r>
            <a:endParaRPr lang="en-I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0927</a:t>
            </a:r>
            <a:endParaRPr lang="en-US" alt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Google Shape;227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</a:fld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228" name="Google Shape;228;p2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62286" y="393171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" y="50164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896257" y="1622265"/>
            <a:ext cx="7858921" cy="373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1*i*19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1*i*20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1*i*2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1*i*22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1*i*2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1*i*24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1*i*25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1*i*26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1*i*27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1*i*28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1*i*30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1*i*3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1*i*3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1*i*33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1*i*34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1*i*35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1*i*36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1*i*37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1*i*38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1*i*39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1*i*40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1*i*4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1*i*42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1*i*4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1*i*44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1*i*45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1*i*46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1*i*47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1*i*48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1*i*49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1*i*50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1*i*5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1*i*52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2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23"/>
</p:tagLst>
</file>

<file path=ppt/tags/tag9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10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160"/>
</p:tagLst>
</file>

<file path=ppt/tags/tag1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50"/>
  <p:tag name="KSO_WM_TEMPLATE_CATEGORY" val="custom"/>
  <p:tag name="KSO_WM_TEMPLATE_INDEX" val="20238160"/>
</p:tagLst>
</file>

<file path=ppt/tags/tag11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TEMPLATE_THUMBS_INDEX" val="1、9"/>
  <p:tag name="KSO_WM_TEMPLATE_SUBCATEGORY" val="29"/>
  <p:tag name="KSO_WM_TEMPLATE_COLOR_TYPE" val="0"/>
  <p:tag name="KSO_WM_TAG_VERSION" val="3.0"/>
  <p:tag name="KSO_WM_BEAUTIFY_FLAG" val="#wm#"/>
  <p:tag name="KSO_WM_TEMPLATE_INDEX" val="20238160"/>
  <p:tag name="KSO_WM_TEMPLATE_CATEGORY" val="custom"/>
  <p:tag name="KSO_WM_TEMPLATE_MASTER_TYPE" val="0"/>
  <p:tag name="KSO_WM_SPECIAL_SOURCE" val="bdnull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4*i*15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4*i*16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4*i*17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4*i*18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4*i*19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4*i*20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4*i*2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4*i*22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4*i*23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4*i*24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4*i*25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4*i*26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4*i*27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4*i*28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4*i*30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4*i*3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4*i*32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4*i*33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4*i*34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4*i*35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4*i*36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4*i*37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4*i*38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4*i*39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4*i*40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4*i*41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4*i*42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4*i*27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4*i*28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1"/>
</p:tagLst>
</file>

<file path=ppt/tags/tag16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0*i*7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0*i*8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0*i*9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0*i*10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1"/>
</p:tagLst>
</file>

<file path=ppt/tags/tag17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18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5"/>
</p:tagLst>
</file>

<file path=ppt/tags/tag187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8"/>
</p:tagLst>
</file>

<file path=ppt/tags/tag18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144"/>
</p:tagLst>
</file>

<file path=ppt/tags/tag1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50"/>
  <p:tag name="KSO_WM_TEMPLATE_CATEGORY" val="custom"/>
  <p:tag name="KSO_WM_TEMPLATE_INDEX" val="20238144"/>
</p:tagLst>
</file>

<file path=ppt/tags/tag19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p="http://schemas.openxmlformats.org/presentationml/2006/main">
  <p:tag name="KSO_WM_TEMPLATE_THUMBS_INDEX" val="1、9"/>
  <p:tag name="KSO_WM_TEMPLATE_SUBCATEGORY" val="29"/>
  <p:tag name="KSO_WM_TEMPLATE_COLOR_TYPE" val="0"/>
  <p:tag name="KSO_WM_TAG_VERSION" val="3.0"/>
  <p:tag name="KSO_WM_BEAUTIFY_FLAG" val="#wm#"/>
  <p:tag name="KSO_WM_TEMPLATE_INDEX" val="20238144"/>
  <p:tag name="KSO_WM_TEMPLATE_CATEGORY" val="custom"/>
  <p:tag name="KSO_WM_TEMPLATE_MASTER_TYPE" val="0"/>
  <p:tag name="KSO_WM_SPECIAL_SOURCE" val="bdnull"/>
</p:tagLst>
</file>

<file path=ppt/tags/tag1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2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20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2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2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2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2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TYPE" val="i"/>
  <p:tag name="KSO_WM_UNIT_INDEX" val="8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2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2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TYPE" val="i"/>
  <p:tag name="KSO_WM_UNIT_INDEX" val="3"/>
</p:tagLst>
</file>

<file path=ppt/tags/tag2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TYPE" val="i"/>
  <p:tag name="KSO_WM_UNIT_INDEX" val="4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8019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598"/>
  <p:tag name="KSO_WM_TEMPLATE_CATEGORY" val="custom"/>
  <p:tag name="KSO_WM_TEMPLATE_INDEX" val="20238019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19"/>
  <p:tag name="KSO_WM_SPECIAL_SOURCE" val="bdnull"/>
  <p:tag name="KSO_WM_TEMPLATE_THUMBS_INDEX" val="1、9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44"/>
</p:tagLst>
</file>

<file path=ppt/tags/tag2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44"/>
</p:tagLst>
</file>

<file path=ppt/tags/tag246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44"/>
</p:tagLst>
</file>

<file path=ppt/tags/tag2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2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UNIT_TYPE" val="i"/>
  <p:tag name="KSO_WM_UNIT_INDEX" val="4"/>
</p:tagLst>
</file>

<file path=ppt/tags/tag2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UNIT_TYPE" val="i"/>
  <p:tag name="KSO_WM_UNIT_INDEX" val="5"/>
</p:tagLst>
</file>

<file path=ppt/tags/tag2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2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2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TYPE" val="i"/>
  <p:tag name="KSO_WM_UNIT_INDEX" val="3"/>
</p:tagLst>
</file>

<file path=ppt/tags/tag2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TYPE" val="i"/>
  <p:tag name="KSO_WM_UNIT_INDEX" val="4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8019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598"/>
  <p:tag name="KSO_WM_TEMPLATE_CATEGORY" val="custom"/>
  <p:tag name="KSO_WM_TEMPLATE_INDEX" val="20238019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19"/>
  <p:tag name="KSO_WM_SPECIAL_SOURCE" val="bdnull"/>
  <p:tag name="KSO_WM_TEMPLATE_THUMBS_INDEX" val="1、9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*i*26"/>
  <p:tag name="KSO_WM_UNIT_LAYERLEVEL" val="1"/>
  <p:tag name="KSO_WM_TAG_VERSION" val="3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*i*27"/>
  <p:tag name="KSO_WM_UNIT_LAYERLEVEL" val="1"/>
  <p:tag name="KSO_WM_TAG_VERSION" val="3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*i*28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*i*29"/>
  <p:tag name="KSO_WM_UNIT_LAYERLEVEL" val="1"/>
  <p:tag name="KSO_WM_TAG_VERSION" val="3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*i*30"/>
  <p:tag name="KSO_WM_UNIT_LAYERLEVEL" val="1"/>
  <p:tag name="KSO_WM_TAG_VERSION" val="3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*i*31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*i*32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*i*33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*i*34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*i*35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*i*36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*i*37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*i*38"/>
  <p:tag name="KSO_WM_UNIT_LAYERLEVEL" val="1"/>
  <p:tag name="KSO_WM_TAG_VERSION" val="3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*i*39"/>
  <p:tag name="KSO_WM_UNIT_LAYERLEVEL" val="1"/>
  <p:tag name="KSO_WM_TAG_VERSION" val="3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*i*40"/>
  <p:tag name="KSO_WM_UNIT_LAYERLEVEL" val="1"/>
  <p:tag name="KSO_WM_TAG_VERSION" val="3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*i*41"/>
  <p:tag name="KSO_WM_UNIT_LAYERLEVEL" val="1"/>
  <p:tag name="KSO_WM_TAG_VERSION" val="3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*i*42"/>
  <p:tag name="KSO_WM_UNIT_LAYERLEVEL" val="1"/>
  <p:tag name="KSO_WM_TAG_VERSION" val="3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*i*43"/>
  <p:tag name="KSO_WM_UNIT_LAYERLEVEL" val="1"/>
  <p:tag name="KSO_WM_TAG_VERSION" val="3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*i*44"/>
  <p:tag name="KSO_WM_UNIT_LAYERLEVEL" val="1"/>
  <p:tag name="KSO_WM_TAG_VERSION" val="3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*i*45"/>
  <p:tag name="KSO_WM_UNIT_LAYERLEVEL" val="1"/>
  <p:tag name="KSO_WM_TAG_VERSION" val="3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*i*46"/>
  <p:tag name="KSO_WM_UNIT_LAYERLEVEL" val="1"/>
  <p:tag name="KSO_WM_TAG_VERSION" val="3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*i*47"/>
  <p:tag name="KSO_WM_UNIT_LAYERLEVEL" val="1"/>
  <p:tag name="KSO_WM_TAG_VERSION" val="3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*i*48"/>
  <p:tag name="KSO_WM_UNIT_LAYERLEVEL" val="1"/>
  <p:tag name="KSO_WM_TAG_VERSION" val="3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*i*49"/>
  <p:tag name="KSO_WM_UNIT_LAYERLEVEL" val="1"/>
  <p:tag name="KSO_WM_TAG_VERSION" val="3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*i*50"/>
  <p:tag name="KSO_WM_UNIT_LAYERLEVEL" val="1"/>
  <p:tag name="KSO_WM_TAG_VERSION" val="3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*i*51"/>
  <p:tag name="KSO_WM_UNIT_LAYERLEVEL" val="1"/>
  <p:tag name="KSO_WM_TAG_VERSION" val="3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*i*52"/>
  <p:tag name="KSO_WM_UNIT_LAYERLEVEL" val="1"/>
  <p:tag name="KSO_WM_TAG_VERSION" val="3.0"/>
  <p:tag name="KSO_WM_BEAUTIFY_FLAG" val="#wm#"/>
</p:tagLst>
</file>

<file path=ppt/tags/tag3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2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1"/>
</p:tagLst>
</file>

<file path=ppt/tags/tag32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1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0*i*7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0*i*8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0*i*9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0*i*10"/>
  <p:tag name="KSO_WM_UNIT_LAYERLEVEL" val="1"/>
  <p:tag name="KSO_WM_TAG_VERSION" val="3.0"/>
  <p:tag name="KSO_WM_BEAUTIFY_FLAG" val="#wm#"/>
</p:tagLst>
</file>

<file path=ppt/tags/tag337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1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1*i*19"/>
  <p:tag name="KSO_WM_UNIT_LAYERLEVEL" val="1"/>
  <p:tag name="KSO_WM_TAG_VERSION" val="3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1*i*20"/>
  <p:tag name="KSO_WM_UNIT_LAYERLEVEL" val="1"/>
  <p:tag name="KSO_WM_TAG_VERSION" val="3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1*i*21"/>
  <p:tag name="KSO_WM_UNIT_LAYERLEVEL" val="1"/>
  <p:tag name="KSO_WM_TAG_VERSION" val="3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1*i*22"/>
  <p:tag name="KSO_WM_UNIT_LAYERLEVEL" val="1"/>
  <p:tag name="KSO_WM_TAG_VERSION" val="3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1*i*23"/>
  <p:tag name="KSO_WM_UNIT_LAYERLEVEL" val="1"/>
  <p:tag name="KSO_WM_TAG_VERSION" val="3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1*i*24"/>
  <p:tag name="KSO_WM_UNIT_LAYERLEVEL" val="1"/>
  <p:tag name="KSO_WM_TAG_VERSION" val="3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1*i*25"/>
  <p:tag name="KSO_WM_UNIT_LAYERLEVEL" val="1"/>
  <p:tag name="KSO_WM_TAG_VERSION" val="3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1*i*26"/>
  <p:tag name="KSO_WM_UNIT_LAYERLEVEL" val="1"/>
  <p:tag name="KSO_WM_TAG_VERSION" val="3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1*i*27"/>
  <p:tag name="KSO_WM_UNIT_LAYERLEVEL" val="1"/>
  <p:tag name="KSO_WM_TAG_VERSION" val="3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1*i*28"/>
  <p:tag name="KSO_WM_UNIT_LAYERLEVEL" val="1"/>
  <p:tag name="KSO_WM_TAG_VERSION" val="3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1*i*30"/>
  <p:tag name="KSO_WM_UNIT_LAYERLEVEL" val="1"/>
  <p:tag name="KSO_WM_TAG_VERSION" val="3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1*i*31"/>
  <p:tag name="KSO_WM_UNIT_LAYERLEVEL" val="1"/>
  <p:tag name="KSO_WM_TAG_VERSION" val="3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1*i*32"/>
  <p:tag name="KSO_WM_UNIT_LAYERLEVEL" val="1"/>
  <p:tag name="KSO_WM_TAG_VERSION" val="3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1*i*33"/>
  <p:tag name="KSO_WM_UNIT_LAYERLEVEL" val="1"/>
  <p:tag name="KSO_WM_TAG_VERSION" val="3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1*i*34"/>
  <p:tag name="KSO_WM_UNIT_LAYERLEVEL" val="1"/>
  <p:tag name="KSO_WM_TAG_VERSION" val="3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1*i*35"/>
  <p:tag name="KSO_WM_UNIT_LAYERLEVEL" val="1"/>
  <p:tag name="KSO_WM_TAG_VERSION" val="3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1*i*36"/>
  <p:tag name="KSO_WM_UNIT_LAYERLEVEL" val="1"/>
  <p:tag name="KSO_WM_TAG_VERSION" val="3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1*i*37"/>
  <p:tag name="KSO_WM_UNIT_LAYERLEVEL" val="1"/>
  <p:tag name="KSO_WM_TAG_VERSION" val="3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1*i*38"/>
  <p:tag name="KSO_WM_UNIT_LAYERLEVEL" val="1"/>
  <p:tag name="KSO_WM_TAG_VERSION" val="3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1*i*39"/>
  <p:tag name="KSO_WM_UNIT_LAYERLEVEL" val="1"/>
  <p:tag name="KSO_WM_TAG_VERSION" val="3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1*i*40"/>
  <p:tag name="KSO_WM_UNIT_LAYERLEVEL" val="1"/>
  <p:tag name="KSO_WM_TAG_VERSION" val="3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1*i*41"/>
  <p:tag name="KSO_WM_UNIT_LAYERLEVEL" val="1"/>
  <p:tag name="KSO_WM_TAG_VERSION" val="3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1*i*42"/>
  <p:tag name="KSO_WM_UNIT_LAYERLEVEL" val="1"/>
  <p:tag name="KSO_WM_TAG_VERSION" val="3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1*i*43"/>
  <p:tag name="KSO_WM_UNIT_LAYERLEVEL" val="1"/>
  <p:tag name="KSO_WM_TAG_VERSION" val="3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1*i*44"/>
  <p:tag name="KSO_WM_UNIT_LAYERLEVEL" val="1"/>
  <p:tag name="KSO_WM_TAG_VERSION" val="3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1*i*45"/>
  <p:tag name="KSO_WM_UNIT_LAYERLEVEL" val="1"/>
  <p:tag name="KSO_WM_TAG_VERSION" val="3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1*i*46"/>
  <p:tag name="KSO_WM_UNIT_LAYERLEVEL" val="1"/>
  <p:tag name="KSO_WM_TAG_VERSION" val="3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1*i*47"/>
  <p:tag name="KSO_WM_UNIT_LAYERLEVEL" val="1"/>
  <p:tag name="KSO_WM_TAG_VERSION" val="3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1*i*48"/>
  <p:tag name="KSO_WM_UNIT_LAYERLEVEL" val="1"/>
  <p:tag name="KSO_WM_TAG_VERSION" val="3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1*i*49"/>
  <p:tag name="KSO_WM_UNIT_LAYERLEVEL" val="1"/>
  <p:tag name="KSO_WM_TAG_VERSION" val="3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1*i*50"/>
  <p:tag name="KSO_WM_UNIT_LAYERLEVEL" val="1"/>
  <p:tag name="KSO_WM_TAG_VERSION" val="3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1*i*51"/>
  <p:tag name="KSO_WM_UNIT_LAYERLEVEL" val="1"/>
  <p:tag name="KSO_WM_TAG_VERSION" val="3.0"/>
  <p:tag name="KSO_WM_BEAUTIFY_FLAG" val="#wm#"/>
</p:tagLst>
</file>

<file path=ppt/tags/tag3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38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9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1*i*52"/>
  <p:tag name="KSO_WM_UNIT_LAYERLEVEL" val="1"/>
  <p:tag name="KSO_WM_TAG_VERSION" val="3.0"/>
  <p:tag name="KSO_WM_BEAUTIFY_FLAG" val="#wm#"/>
</p:tagLst>
</file>

<file path=ppt/tags/tag3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1"/>
</p:tagLst>
</file>

<file path=ppt/tags/tag39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1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0*i*7"/>
  <p:tag name="KSO_WM_UNIT_LAYERLEVEL" val="1"/>
  <p:tag name="KSO_WM_TAG_VERSION" val="3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0*i*8"/>
  <p:tag name="KSO_WM_UNIT_LAYERLEVEL" val="1"/>
  <p:tag name="KSO_WM_TAG_VERSION" val="3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0*i*9"/>
  <p:tag name="KSO_WM_UNIT_LAYERLEVEL" val="1"/>
  <p:tag name="KSO_WM_TAG_VERSION" val="3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0*i*10"/>
  <p:tag name="KSO_WM_UNIT_LAYERLEVEL" val="1"/>
  <p:tag name="KSO_WM_TAG_VERSION" val="3.0"/>
  <p:tag name="KSO_WM_BEAUTIFY_FLAG" val="#wm#"/>
</p:tagLst>
</file>

<file path=ppt/tags/tag409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1"/>
</p:tagLst>
</file>

<file path=ppt/tags/tag4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144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144"/>
  <p:tag name="KSO_WM_TEMPLATE_CATEGORY" val="custom"/>
  <p:tag name="KSO_WM_UNIT_ISCONTENTSTITLE" val="0"/>
  <p:tag name="KSO_WM_UNIT_VALUE" val="16"/>
  <p:tag name="KSO_WM_UNIT_PRESET_TEXT" val="Your title here"/>
</p:tagLst>
</file>

<file path=ppt/tags/tag411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144"/>
  <p:tag name="KSO_WM_TEMPLATE_CATEGORY" val="custom"/>
  <p:tag name="KSO_WM_SLIDE_INDEX" val="7"/>
  <p:tag name="KSO_WM_SLIDE_ID" val="custom20238144_7"/>
  <p:tag name="KSO_WM_TEMPLATE_MASTER_TYPE" val="0"/>
  <p:tag name="KSO_WM_SLIDE_LAYOUT" val="a_b_e"/>
  <p:tag name="KSO_WM_SLIDE_LAYOUT_CNT" val="1_1_1"/>
  <p:tag name="KSO_WM_SPECIAL_SOURCE" val="bdnull"/>
</p:tagLst>
</file>

<file path=ppt/tags/tag4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1_7*a*1"/>
  <p:tag name="KSO_WM_TEMPLATE_CATEGORY" val="custom"/>
  <p:tag name="KSO_WM_TEMPLATE_INDEX" val="20233471"/>
  <p:tag name="KSO_WM_UNIT_LAYERLEVEL" val="1"/>
  <p:tag name="KSO_WM_TAG_VERSION" val="3.0"/>
  <p:tag name="KSO_WM_BEAUTIFY_FLAG" val="#wm#"/>
  <p:tag name="KSO_WM_UNIT_PRESET_TEXT" val="Your title here"/>
</p:tagLst>
</file>

<file path=ppt/tags/tag413.xml><?xml version="1.0" encoding="utf-8"?>
<p:tagLst xmlns:p="http://schemas.openxmlformats.org/presentationml/2006/main">
  <p:tag name="KSO_WM_SPECIAL_SOURCE" val="bdnull"/>
  <p:tag name="KSO_WM_SLIDE_ID" val="custom20233471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1"/>
  <p:tag name="KSO_WM_SLIDE_LAYOUT" val="a_e"/>
  <p:tag name="KSO_WM_SLIDE_LAYOUT_CNT" val="1_1"/>
</p:tagLst>
</file>

<file path=ppt/tags/tag414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23_9*a*1"/>
  <p:tag name="KSO_WM_TEMPLATE_CATEGORY" val="custom"/>
  <p:tag name="KSO_WM_TEMPLATE_INDEX" val="20238023"/>
  <p:tag name="KSO_WM_UNIT_LAYERLEVEL" val="1"/>
  <p:tag name="KSO_WM_TAG_VERSION" val="3.0"/>
  <p:tag name="KSO_WM_BEAUTIFY_FLAG" val="#wm#"/>
  <p:tag name="KSO_WM_UNIT_PRESET_TEXT" val="THANK YOU"/>
</p:tagLst>
</file>

<file path=ppt/tags/tag415.xml><?xml version="1.0" encoding="utf-8"?>
<p:tagLst xmlns:p="http://schemas.openxmlformats.org/presentationml/2006/main">
  <p:tag name="KSO_WM_SPECIAL_SOURCE" val="bdnull"/>
  <p:tag name="KSO_WM_SLIDE_ID" val="custom20238023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023"/>
  <p:tag name="KSO_WM_SLIDE_LAYOUT" val="a_f"/>
  <p:tag name="KSO_WM_SLIDE_LAYOUT_CNT" val="1_1"/>
</p:tagLst>
</file>

<file path=ppt/tags/tag4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4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5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5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5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5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5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5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5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5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5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5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2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6_1"/>
  <p:tag name="KSO_WM_UNIT_ID" val="diagram20238202_5*l_h_f*1_6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diagram20238202_5*l_h_i*1_6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29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60_4*a*1"/>
  <p:tag name="KSO_WM_TEMPLATE_CATEGORY" val="custom"/>
  <p:tag name="KSO_WM_TEMPLATE_INDEX" val="20238160"/>
  <p:tag name="KSO_WM_UNIT_LAYERLEVEL" val="1"/>
  <p:tag name="KSO_WM_TAG_VERSION" val="3.0"/>
  <p:tag name="KSO_WM_BEAUTIFY_FLAG" val="#wm#"/>
  <p:tag name="KSO_WM_DIAGRAM_GROUP_CODE" val="l1-1"/>
  <p:tag name="KSO_WM_UNIT_ISCONTENTSTITLE" val="1"/>
  <p:tag name="KSO_WM_UNIT_ISNUMDGMTITLE" val="0"/>
  <p:tag name="KSO_WM_UNIT_NOCLEAR" val="0"/>
  <p:tag name="KSO_WM_UNIT_VALUE" val="11"/>
  <p:tag name="KSO_WM_UNIT_TYPE" val="a"/>
  <p:tag name="KSO_WM_UNIT_INDEX" val="1"/>
  <p:tag name="KSO_WM_UNIT_PRESET_TEXT" val="Contents "/>
  <p:tag name="KSO_WM_UNIT_USESOURCEFORMAT_APPLY" val="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60_6*l_h_i*1_1_1"/>
  <p:tag name="KSO_WM_TEMPLATE_CATEGORY" val="custom"/>
  <p:tag name="KSO_WM_TEMPLATE_INDEX" val="20238160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,&quot;left&quot;:59.33921259842519,&quot;top&quot;:133.7,&quot;width&quot;:835.3107874015748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800000011920929,&quot;colorType&quot;:1,&quot;foreColorIndex&quot;:5,&quot;pos&quot;:0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FORE_SCHEMECOLOR_INDEX" val="5"/>
  <p:tag name="KSO_WM_UNIT_TEXT_FILL_FORE_SCHEMECOLOR_INDEX" val="5"/>
  <p:tag name="KSO_WM_UNIT_TEXT_FILL_TYPE" val="1"/>
  <p:tag name="KSO_WM_UNIT_USESOURCEFORMAT_APPLY" val="1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60_6*l_h_f*1_1_1"/>
  <p:tag name="KSO_WM_TEMPLATE_CATEGORY" val="custom"/>
  <p:tag name="KSO_WM_TEMPLATE_INDEX" val="20238160"/>
  <p:tag name="KSO_WM_UNIT_LAYERLEVEL" val="1_1_1"/>
  <p:tag name="KSO_WM_TAG_VERSION" val="3.0"/>
  <p:tag name="KSO_WM_BEAUTIFY_FLAG" val="#wm#"/>
  <p:tag name="KSO_WM_UNIT_SUBTYPE" val="a"/>
  <p:tag name="KSO_WM_UNIT_PRESET_TEXT_INDEX" val="0"/>
  <p:tag name="KSO_WM_UNIT_PRESET_TEXT_LEN" val="0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RICK" val="1"/>
  <p:tag name="KSO_WM_DIAGRAM_COLOR_TEXT_CAN_REMOVE" val="n"/>
  <p:tag name="KSO_WM_UNIT_VALUE" val="30"/>
  <p:tag name="KSO_WM_DIAGRAM_MAX_ITEMCNT" val="6"/>
  <p:tag name="KSO_WM_DIAGRAM_MIN_ITEMCNT" val="2"/>
  <p:tag name="KSO_WM_DIAGRAM_VIRTUALLY_FRAME" val="{&quot;height&quot;:366.8,&quot;left&quot;:59.33921259842519,&quot;top&quot;:133.7,&quot;width&quot;:835.31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USESOURCEFORMAT_APPLY" val="1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60_6*l_h_i*1_4_1"/>
  <p:tag name="KSO_WM_TEMPLATE_CATEGORY" val="custom"/>
  <p:tag name="KSO_WM_TEMPLATE_INDEX" val="20238160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,&quot;left&quot;:59.33921259842519,&quot;top&quot;:133.7,&quot;width&quot;:835.3107874015748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800000011920929,&quot;colorType&quot;:1,&quot;foreColorIndex&quot;:5,&quot;pos&quot;:0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FORE_SCHEMECOLOR_INDEX" val="8"/>
  <p:tag name="KSO_WM_UNIT_TEXT_FILL_FORE_SCHEMECOLOR_INDEX" val="8"/>
  <p:tag name="KSO_WM_UNIT_TEXT_FILL_TYPE" val="1"/>
  <p:tag name="KSO_WM_UNIT_USESOURCEFORMAT_APPLY" val="1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60_6*l_h_f*1_4_1"/>
  <p:tag name="KSO_WM_TEMPLATE_CATEGORY" val="custom"/>
  <p:tag name="KSO_WM_TEMPLATE_INDEX" val="20238160"/>
  <p:tag name="KSO_WM_UNIT_LAYERLEVEL" val="1_1_1"/>
  <p:tag name="KSO_WM_TAG_VERSION" val="3.0"/>
  <p:tag name="KSO_WM_BEAUTIFY_FLAG" val="#wm#"/>
  <p:tag name="KSO_WM_UNIT_SUBTYPE" val="a"/>
  <p:tag name="KSO_WM_UNIT_PRESET_TEXT_INDEX" val="0"/>
  <p:tag name="KSO_WM_UNIT_PRESET_TEXT_LEN" val="0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,&quot;left&quot;:59.33921259842519,&quot;top&quot;:133.7,&quot;width&quot;:835.31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USESOURCEFORMAT_APPLY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60_6*l_h_i*1_2_1"/>
  <p:tag name="KSO_WM_TEMPLATE_CATEGORY" val="custom"/>
  <p:tag name="KSO_WM_TEMPLATE_INDEX" val="20238160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,&quot;left&quot;:59.33921259842519,&quot;top&quot;:133.7,&quot;width&quot;:835.3107874015748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800000011920929,&quot;colorType&quot;:1,&quot;foreColorIndex&quot;:5,&quot;pos&quot;:0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FORE_SCHEMECOLOR_INDEX" val="6"/>
  <p:tag name="KSO_WM_UNIT_TEXT_FILL_FORE_SCHEMECOLOR_INDEX" val="6"/>
  <p:tag name="KSO_WM_UNIT_TEXT_FILL_TYPE" val="1"/>
  <p:tag name="KSO_WM_UNIT_USESOURCEFORMAT_APPLY" val="1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60_6*l_h_f*1_2_1"/>
  <p:tag name="KSO_WM_TEMPLATE_CATEGORY" val="custom"/>
  <p:tag name="KSO_WM_TEMPLATE_INDEX" val="20238160"/>
  <p:tag name="KSO_WM_UNIT_LAYERLEVEL" val="1_1_1"/>
  <p:tag name="KSO_WM_TAG_VERSION" val="3.0"/>
  <p:tag name="KSO_WM_BEAUTIFY_FLAG" val="#wm#"/>
  <p:tag name="KSO_WM_UNIT_SUBTYPE" val="a"/>
  <p:tag name="KSO_WM_UNIT_PRESET_TEXT_INDEX" val="0"/>
  <p:tag name="KSO_WM_UNIT_PRESET_TEXT_LEN" val="0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,&quot;left&quot;:59.33921259842519,&quot;top&quot;:133.7,&quot;width&quot;:835.31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USESOURCEFORMAT_APPLY" val="1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60_6*l_h_i*1_5_1"/>
  <p:tag name="KSO_WM_TEMPLATE_CATEGORY" val="custom"/>
  <p:tag name="KSO_WM_TEMPLATE_INDEX" val="20238160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,&quot;left&quot;:59.33921259842519,&quot;top&quot;:133.7,&quot;width&quot;:835.3107874015748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800000011920929,&quot;colorType&quot;:1,&quot;foreColorIndex&quot;:5,&quot;pos&quot;:0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FILL_FORE_SCHEMECOLOR_INDEX" val="9"/>
  <p:tag name="KSO_WM_UNIT_TEXT_FILL_FORE_SCHEMECOLOR_INDEX" val="9"/>
  <p:tag name="KSO_WM_UNIT_TEXT_FILL_TYPE" val="1"/>
  <p:tag name="KSO_WM_UNIT_USESOURCEFORMAT_APPLY" val="1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60_6*l_h_f*1_5_1"/>
  <p:tag name="KSO_WM_TEMPLATE_CATEGORY" val="custom"/>
  <p:tag name="KSO_WM_TEMPLATE_INDEX" val="20238160"/>
  <p:tag name="KSO_WM_UNIT_LAYERLEVEL" val="1_1_1"/>
  <p:tag name="KSO_WM_TAG_VERSION" val="3.0"/>
  <p:tag name="KSO_WM_BEAUTIFY_FLAG" val="#wm#"/>
  <p:tag name="KSO_WM_UNIT_SUBTYPE" val="a"/>
  <p:tag name="KSO_WM_UNIT_PRESET_TEXT_INDEX" val="0"/>
  <p:tag name="KSO_WM_UNIT_PRESET_TEXT_LEN" val="0"/>
  <p:tag name="KSO_WM_UNIT_NOCLEAR" val="0"/>
  <p:tag name="KSO_WM_DIAGRAM_GROUP_CODE" val="l1-1"/>
  <p:tag name="KSO_WM_UNIT_TYPE" val="l_h_f"/>
  <p:tag name="KSO_WM_UNIT_INDEX" val="1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,&quot;left&quot;:59.33921259842519,&quot;top&quot;:133.7,&quot;width&quot;:835.31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USESOURCEFORMAT_APPLY" val="1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60_6*l_h_i*1_3_1"/>
  <p:tag name="KSO_WM_TEMPLATE_CATEGORY" val="custom"/>
  <p:tag name="KSO_WM_TEMPLATE_INDEX" val="20238160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,&quot;left&quot;:59.33921259842519,&quot;top&quot;:133.7,&quot;width&quot;:835.3107874015748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800000011920929,&quot;colorType&quot;:1,&quot;foreColorIndex&quot;:5,&quot;pos&quot;:0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FORE_SCHEMECOLOR_INDEX" val="7"/>
  <p:tag name="KSO_WM_UNIT_TEXT_FILL_FORE_SCHEMECOLOR_INDEX" val="7"/>
  <p:tag name="KSO_WM_UNIT_TEXT_FILL_TYPE" val="1"/>
  <p:tag name="KSO_WM_UNIT_USESOURCEFORMAT_APPLY" val="1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60_6*l_h_f*1_3_1"/>
  <p:tag name="KSO_WM_TEMPLATE_CATEGORY" val="custom"/>
  <p:tag name="KSO_WM_TEMPLATE_INDEX" val="20238160"/>
  <p:tag name="KSO_WM_UNIT_LAYERLEVEL" val="1_1_1"/>
  <p:tag name="KSO_WM_TAG_VERSION" val="3.0"/>
  <p:tag name="KSO_WM_BEAUTIFY_FLAG" val="#wm#"/>
  <p:tag name="KSO_WM_UNIT_SUBTYPE" val="a"/>
  <p:tag name="KSO_WM_UNIT_PRESET_TEXT_INDEX" val="0"/>
  <p:tag name="KSO_WM_UNIT_PRESET_TEXT_LEN" val="0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,&quot;left&quot;:59.33921259842519,&quot;top&quot;:133.7,&quot;width&quot;:835.31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USESOURCEFORMAT_APPLY" val="1"/>
</p:tagLst>
</file>

<file path=ppt/tags/tag441.xml><?xml version="1.0" encoding="utf-8"?>
<p:tagLst xmlns:p="http://schemas.openxmlformats.org/presentationml/2006/main">
  <p:tag name="KSO_WM_SLIDE_ID" val="custom20238160_4"/>
  <p:tag name="KSO_WM_TEMPLATE_SUBCATEGORY" val="0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8160"/>
  <p:tag name="KSO_WM_DIAGRAM_GROUP_CODE" val="l1-1"/>
  <p:tag name="KSO_WM_SLIDE_DIAGTYPE" val="l"/>
  <p:tag name="KSO_WM_SLIDE_LAYOUT" val="a_l"/>
  <p:tag name="KSO_WM_SLIDE_LAYOUT_CNT" val="1_1"/>
  <p:tag name="KSO_WM_SLIDE_TYPE" val="contents"/>
  <p:tag name="KSO_WM_SLIDE_SUBTYPE" val="diag"/>
</p:tagLst>
</file>

<file path=ppt/tags/tag442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44_7*a*1"/>
  <p:tag name="KSO_WM_TEMPLATE_CATEGORY" val="custom"/>
  <p:tag name="KSO_WM_TEMPLATE_INDEX" val="20233444"/>
  <p:tag name="KSO_WM_UNIT_LAYERLEVEL" val="1"/>
  <p:tag name="KSO_WM_TAG_VERSION" val="3.0"/>
  <p:tag name="KSO_WM_BEAUTIFY_FLAG" val="#wm#"/>
</p:tagLst>
</file>

<file path=ppt/tags/tag443.xml><?xml version="1.0" encoding="utf-8"?>
<p:tagLst xmlns:p="http://schemas.openxmlformats.org/presentationml/2006/main">
  <p:tag name="KSO_WM_SPECIAL_SOURCE" val="bdnull"/>
  <p:tag name="KSO_WM_SLIDE_CONTENT_AREA" val="{&quot;left&quot;:&quot;202.05&quot;,&quot;top&quot;:&quot;121.55&quot;,&quot;width&quot;:&quot;552.8&quot;,&quot;height&quot;:&quot;259.25&quot;}"/>
  <p:tag name="KSO_WM_SLIDE_ID" val="custom20233444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44"/>
  <p:tag name="KSO_WM_SLIDE_LAYOUT" val="a_e"/>
  <p:tag name="KSO_WM_SLIDE_LAYOUT_CNT" val="1_1"/>
</p:tagLst>
</file>

<file path=ppt/tags/tag4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custom20238019_9*a*1"/>
  <p:tag name="KSO_WM_TEMPLATE_CATEGORY" val="custom"/>
  <p:tag name="KSO_WM_TEMPLATE_INDEX" val="202380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THANK YOU"/>
</p:tagLst>
</file>

<file path=ppt/tags/tag445.xml><?xml version="1.0" encoding="utf-8"?>
<p:tagLst xmlns:p="http://schemas.openxmlformats.org/presentationml/2006/main">
  <p:tag name="KSO_WM_SLIDE_ID" val="custom2023801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019"/>
  <p:tag name="KSO_WM_SLIDE_TYPE" val="endPage"/>
  <p:tag name="KSO_WM_SLIDE_SUBTYPE" val="pureTxt"/>
  <p:tag name="KSO_WM_SLIDE_LAYOUT" val="a_b"/>
  <p:tag name="KSO_WM_SLIDE_LAYOUT_CNT" val="1_1"/>
  <p:tag name="KSO_WM_SPECIAL_SOURCE" val="bdnull"/>
</p:tagLst>
</file>

<file path=ppt/tags/tag4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a"/>
  <p:tag name="KSO_WM_UNIT_INDEX" val="1"/>
  <p:tag name="KSO_WM_UNIT_ID" val="diagram20238432_1*a*1"/>
  <p:tag name="KSO_WM_TEMPLATE_CATEGORY" val="diagram"/>
  <p:tag name="KSO_WM_TEMPLATE_INDEX" val="20238432"/>
  <p:tag name="KSO_WM_UNIT_LAYERLEVEL" val="1"/>
  <p:tag name="KSO_WM_TAG_VERSION" val="3.0"/>
  <p:tag name="KSO_WM_BEAUTIFY_FLAG" val="#wm#"/>
  <p:tag name="KSO_WM_UNIT_VALUE" val="29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44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238432_1*q_h_i*1_2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.10000000149011612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1"/>
  <p:tag name="KSO_WM_UNIT_TEXT_FILL_FORE_SCHEMECOLOR_INDEX" val="13"/>
  <p:tag name="KSO_WM_UNIT_TEXT_FILL_TYPE" val="1"/>
  <p:tag name="KSO_WM_UNIT_USESOURCEFORMAT_APPLY" val="1"/>
</p:tagLst>
</file>

<file path=ppt/tags/tag44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38432_1*q_h_i*1_1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4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38432_1*q_h_i*1_3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"/>
  <p:tag name="KSO_WM_UNIT_TEXT_FILL_FORE_SCHEMECOLOR_INDEX" val="13"/>
  <p:tag name="KSO_WM_UNIT_TEXT_FILL_TYPE" val="1"/>
  <p:tag name="KSO_WM_UNIT_USESOURCEFORMAT_APPLY" val="1"/>
</p:tagLst>
</file>

<file path=ppt/tags/tag45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5_1"/>
  <p:tag name="KSO_WM_UNIT_ID" val="diagram20238432_1*q_h_i*1_5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  <p:tag name="KSO_WM_UNIT_TEXT_FILL_FORE_SCHEMECOLOR_INDEX" val="13"/>
  <p:tag name="KSO_WM_UNIT_TEXT_FILL_TYPE" val="1"/>
  <p:tag name="KSO_WM_UNIT_USESOURCEFORMAT_APPLY" val="1"/>
</p:tagLst>
</file>

<file path=ppt/tags/tag45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6_1"/>
  <p:tag name="KSO_WM_UNIT_ID" val="diagram20238432_1*q_h_i*1_6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3"/>
  <p:tag name="KSO_WM_UNIT_TEXT_FILL_FORE_SCHEMECOLOR_INDEX" val="13"/>
  <p:tag name="KSO_WM_UNIT_TEXT_FILL_TYPE" val="1"/>
  <p:tag name="KSO_WM_UNIT_USESOURCEFORMAT_APPLY" val="1"/>
</p:tagLst>
</file>

<file path=ppt/tags/tag45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4_1"/>
  <p:tag name="KSO_WM_UNIT_ID" val="diagram20238432_1*q_h_i*1_4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.20000000298023224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2"/>
  <p:tag name="KSO_WM_UNIT_TEXT_FILL_FORE_SCHEMECOLOR_INDEX" val="13"/>
  <p:tag name="KSO_WM_UNIT_TEXT_FILL_TYPE" val="1"/>
  <p:tag name="KSO_WM_UNIT_USESOURCEFORMAT_APPLY" val="1"/>
</p:tagLst>
</file>

<file path=ppt/tags/tag45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8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5_1"/>
  <p:tag name="KSO_WM_UNIT_ID" val="diagram20238432_1*q_h_x*1_5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5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9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6_1"/>
  <p:tag name="KSO_WM_UNIT_ID" val="diagram20238432_1*q_h_x*1_6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5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78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4_1"/>
  <p:tag name="KSO_WM_UNIT_ID" val="diagram20238432_1*q_h_x*1_4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5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9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3_1"/>
  <p:tag name="KSO_WM_UNIT_ID" val="diagram20238432_1*q_h_x*1_3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5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8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1_1"/>
  <p:tag name="KSO_WM_UNIT_ID" val="diagram20238432_1*q_h_x*1_1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78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2_1"/>
  <p:tag name="KSO_WM_UNIT_ID" val="diagram20238432_1*q_h_x*1_2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3_1"/>
  <p:tag name="KSO_WM_UNIT_ID" val="diagram20238432_1*q_h_f*1_3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46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4_1"/>
  <p:tag name="KSO_WM_UNIT_ID" val="diagram20238432_1*q_h_f*1_4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4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UNIT_ID" val="diagram20238432_1*q_h_f*1_1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46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5_1"/>
  <p:tag name="KSO_WM_UNIT_ID" val="diagram20238432_1*q_h_f*1_5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46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2_1"/>
  <p:tag name="KSO_WM_UNIT_ID" val="diagram20238432_1*q_h_f*1_2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4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6_1"/>
  <p:tag name="KSO_WM_UNIT_ID" val="diagram20238432_1*q_h_f*1_6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4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38432_1*q_h_i*1_1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46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38432_1*q_h_i*1_3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solidLine&quot;:{&quot;brightness&quot;:0.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LINE_FILL_TYPE" val="2"/>
  <p:tag name="KSO_WM_UNIT_USESOURCEFORMAT_APPLY" val="1"/>
</p:tagLst>
</file>

<file path=ppt/tags/tag46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5_2"/>
  <p:tag name="KSO_WM_UNIT_ID" val="diagram20238432_1*q_h_i*1_5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9"/>
  <p:tag name="KSO_WM_UNIT_LINE_FILL_TYPE" val="2"/>
  <p:tag name="KSO_WM_UNIT_USESOURCEFORMAT_APPLY" val="1"/>
</p:tagLst>
</file>

<file path=ppt/tags/tag46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38432_1*q_h_i*1_2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solidLine&quot;:{&quot;brightness&quot;:0.10000000149011612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46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4_2"/>
  <p:tag name="KSO_WM_UNIT_ID" val="diagram20238432_1*q_h_i*1_4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solidLine&quot;:{&quot;brightness&quot;:0.20000000298023224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LINE_FILL_TYPE" val="2"/>
  <p:tag name="KSO_WM_UNIT_USESOURCEFORMAT_APPLY" val="1"/>
</p:tagLst>
</file>

<file path=ppt/tags/tag47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6_2"/>
  <p:tag name="KSO_WM_UNIT_ID" val="diagram20238432_1*q_h_i*1_6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solidLine&quot;:{&quot;brightness&quot;:0.30000001192092896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0"/>
  <p:tag name="KSO_WM_UNIT_LINE_FILL_TYPE" val="2"/>
  <p:tag name="KSO_WM_UNIT_USESOURCEFORMAT_APPLY" val="1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1_3"/>
  <p:tag name="KSO_WM_UNIT_ID" val="diagram20238432_1*q_h_i*1_1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6_3"/>
  <p:tag name="KSO_WM_UNIT_ID" val="diagram20238432_1*q_h_i*1_6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5_3"/>
  <p:tag name="KSO_WM_UNIT_ID" val="diagram20238432_1*q_h_i*1_5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5"/>
  <p:tag name="KSO_WM_UNIT_TEXT_FILL_FORE_SCHEMECOLOR_INDEX" val="1"/>
  <p:tag name="KSO_WM_UNIT_TEXT_FILL_TYPE" val="1"/>
  <p:tag name="KSO_WM_UNIT_USESOURCEFORMAT_APPLY" val="1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2_3"/>
  <p:tag name="KSO_WM_UNIT_ID" val="diagram20238432_1*q_h_i*1_2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4_3"/>
  <p:tag name="KSO_WM_UNIT_ID" val="diagram20238432_1*q_h_i*1_4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3_3"/>
  <p:tag name="KSO_WM_UNIT_ID" val="diagram20238432_1*q_h_i*1_3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61.59188490826847,&quot;left&quot;:56.6999212598425,&quot;top&quot;:135.15,&quot;width&quot;:848.43897637795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6"/>
  <p:tag name="KSO_WM_UNIT_TEXT_FILL_FORE_SCHEMECOLOR_INDEX" val="1"/>
  <p:tag name="KSO_WM_UNIT_TEXT_FILL_TYPE" val="1"/>
  <p:tag name="KSO_WM_UNIT_USESOURCEFORMAT_APPLY" val="1"/>
</p:tagLst>
</file>

<file path=ppt/tags/tag477.xml><?xml version="1.0" encoding="utf-8"?>
<p:tagLst xmlns:p="http://schemas.openxmlformats.org/presentationml/2006/main">
  <p:tag name="KSO_WM_SLIDE_ID" val="diagram20238432_1"/>
  <p:tag name="KSO_WM_TEMPLATE_SUBCATEGORY" val="0"/>
  <p:tag name="KSO_WM_TEMPLATE_MASTER_TYPE" val="0"/>
  <p:tag name="KSO_WM_TEMPLATE_COLOR_TYPE" val="0"/>
  <p:tag name="KSO_WM_SLIDE_ITEM_CNT" val="6"/>
  <p:tag name="KSO_WM_SLIDE_INDEX" val="1"/>
  <p:tag name="KSO_WM_TAG_VERSION" val="3.0"/>
  <p:tag name="KSO_WM_BEAUTIFY_FLAG" val="#wm#"/>
  <p:tag name="KSO_WM_TEMPLATE_CATEGORY" val="diagram"/>
  <p:tag name="KSO_WM_TEMPLATE_INDEX" val="20238432"/>
  <p:tag name="KSO_WM_SLIDE_TYPE" val="text"/>
  <p:tag name="KSO_WM_SLIDE_SUBTYPE" val="diag"/>
  <p:tag name="KSO_WM_SLIDE_SIZE" val="850.385*348.607"/>
  <p:tag name="KSO_WM_SLIDE_POSITION" val="55.2499*118.35"/>
  <p:tag name="KSO_WM_SLIDE_LAYOUT" val="a_q"/>
  <p:tag name="KSO_WM_SLIDE_LAYOUT_CNT" val="1_1"/>
  <p:tag name="KSO_WM_SPECIAL_SOURCE" val="bdnull"/>
  <p:tag name="KSO_WM_DIAGRAM_GROUP_CODE" val="q1-1"/>
  <p:tag name="KSO_WM_SLIDE_DIAGTYPE" val="q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471_9*i*2"/>
  <p:tag name="KSO_WM_TEMPLATE_CATEGORY" val="custom"/>
  <p:tag name="KSO_WM_TEMPLATE_INDEX" val="20233471"/>
  <p:tag name="KSO_WM_UNIT_LAYERLEVEL" val="1"/>
  <p:tag name="KSO_WM_TAG_VERSION" val="3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471_9*i*3"/>
  <p:tag name="KSO_WM_TEMPLATE_CATEGORY" val="custom"/>
  <p:tag name="KSO_WM_TEMPLATE_INDEX" val="20233471"/>
  <p:tag name="KSO_WM_UNIT_LAYERLEVEL" val="1"/>
  <p:tag name="KSO_WM_TAG_VERSION" val="3.0"/>
  <p:tag name="KSO_WM_BEAUTIFY_FLAG" val="#wm#"/>
</p:tagLst>
</file>

<file path=ppt/tags/tag480.xml><?xml version="1.0" encoding="utf-8"?>
<p:tagLst xmlns:p="http://schemas.openxmlformats.org/presentationml/2006/main">
  <p:tag name="KSO_WM_SPECIAL_SOURCE" val="bdnull"/>
  <p:tag name="KSO_WM_SLIDE_ID" val="custom20233471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71"/>
  <p:tag name="KSO_WM_SLIDE_LAYOUT" val="a_f"/>
  <p:tag name="KSO_WM_SLIDE_LAYOUT_CNT" val="1_1"/>
</p:tagLst>
</file>

<file path=ppt/tags/tag4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51_3*a*1"/>
  <p:tag name="KSO_WM_TEMPLATE_CATEGORY" val="diagram"/>
  <p:tag name="KSO_WM_TEMPLATE_INDEX" val="20238351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482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39.9433070866142,&quot;left&quot;:93.58834645669293,&quot;top&quot;:135.4,&quot;width&quot;:772.82330708661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8351_3*l_i*1_1"/>
  <p:tag name="KSO_WM_TEMPLATE_CATEGORY" val="diagram"/>
  <p:tag name="KSO_WM_TEMPLATE_INDEX" val="20238351"/>
  <p:tag name="KSO_WM_UNIT_LAYERLEVEL" val="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83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39.9433070866142,&quot;left&quot;:93.58834645669293,&quot;top&quot;:135.4,&quot;width&quot;:772.823307086614}"/>
  <p:tag name="KSO_WM_DIAGRAM_COLOR_MATCH_VALUE" val="{&quot;shape&quot;:{&quot;fill&quot;:{&quot;solid&quot;:{&quot;brightness&quot;:0.4000000059604645,&quot;colorType&quot;:1,&quot;foreColorIndex&quot;:5,&quot;transparency&quot;:0.740000009536743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51_3*l_h_i*1_1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484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39.9433070866142,&quot;left&quot;:93.58834645669293,&quot;top&quot;:135.4,&quot;width&quot;:772.82330708661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2"/>
  <p:tag name="KSO_WM_UNIT_ID" val="diagram20238351_3*l_h_f*1_1_2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85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39.9433070866142,&quot;left&quot;:93.58834645669293,&quot;top&quot;:135.4,&quot;width&quot;:772.82330708661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diagram20238351_3*l_h_f*1_6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86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39.9433070866142,&quot;left&quot;:93.58834645669293,&quot;top&quot;:135.4,&quot;width&quot;:772.82330708661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8351_3*l_h_f*1_5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87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39.9433070866142,&quot;left&quot;:93.58834645669293,&quot;top&quot;:135.4,&quot;width&quot;:772.823307086614}"/>
  <p:tag name="KSO_WM_DIAGRAM_COLOR_MATCH_VALUE" val="{&quot;shape&quot;:{&quot;fill&quot;:{&quot;solid&quot;:{&quot;brightness&quot;:0.4000000059604645,&quot;colorType&quot;:1,&quot;foreColorIndex&quot;:5,&quot;transparency&quot;:0.680000007152557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51_3*l_h_i*1_2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488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39.9433070866142,&quot;left&quot;:93.58834645669293,&quot;top&quot;:135.4,&quot;width&quot;:772.82330708661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2"/>
  <p:tag name="KSO_WM_UNIT_ID" val="diagram20238351_3*l_h_f*1_2_2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89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39.9433070866142,&quot;left&quot;:93.58834645669293,&quot;top&quot;:135.4,&quot;width&quot;:772.82330708661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351_3*l_h_f*1_3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90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39.9433070866142,&quot;left&quot;:93.58834645669293,&quot;top&quot;:135.4,&quot;width&quot;:772.82330708661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351_3*l_h_f*1_4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91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339.9433070866142,&quot;left&quot;:93.58834645669293,&quot;top&quot;:135.4,&quot;width&quot;:772.82330708661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80*1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x"/>
  <p:tag name="KSO_WM_UNIT_INDEX" val="1_1"/>
  <p:tag name="KSO_WM_UNIT_ID" val="diagram20238351_3*l_x*1_1"/>
  <p:tag name="KSO_WM_TEMPLATE_CATEGORY" val="diagram"/>
  <p:tag name="KSO_WM_TEMPLATE_INDEX" val="20238351"/>
  <p:tag name="KSO_WM_UNIT_LAYERLEVEL" val="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92.xml><?xml version="1.0" encoding="utf-8"?>
<p:tagLst xmlns:p="http://schemas.openxmlformats.org/presentationml/2006/main">
  <p:tag name="KSO_WM_SPECIAL_SOURCE" val="bdnull"/>
  <p:tag name="KSO_WM_SLIDE_ID" val="diagram20238351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3"/>
  <p:tag name="KSO_WM_SLIDE_SIZE" val="772.823*327.417"/>
  <p:tag name="KSO_WM_SLIDE_POSITION" val="93.5883*134.538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51"/>
  <p:tag name="KSO_WM_SLIDE_LAYOUT" val="a_l"/>
  <p:tag name="KSO_WM_SLIDE_LAYOUT_CNT" val="1_1"/>
</p:tagLst>
</file>

<file path=ppt/tags/tag493.xml><?xml version="1.0" encoding="utf-8"?>
<p:tagLst xmlns:p="http://schemas.openxmlformats.org/presentationml/2006/main">
  <p:tag name="KSO_WM_SPECIAL_SOURCE" val="bdnull"/>
  <p:tag name="KSO_WM_SLIDE_CONTENT_AREA" val="{&quot;left&quot;:&quot;202.05&quot;,&quot;top&quot;:&quot;121.55&quot;,&quot;width&quot;:&quot;552.8&quot;,&quot;height&quot;:&quot;259.25&quot;}"/>
  <p:tag name="KSO_WM_SLIDE_ID" val="custom20233444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44"/>
  <p:tag name="KSO_WM_SLIDE_LAYOUT" val="a_e"/>
  <p:tag name="KSO_WM_SLIDE_LAYOUT_CNT" val="1_1"/>
</p:tagLst>
</file>

<file path=ppt/tags/tag4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5"/>
  <p:tag name="KSO_WM_UNIT_USESOURCEFORMAT_APPLY" val="1"/>
</p:tagLst>
</file>

<file path=ppt/tags/tag49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5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9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5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9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5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5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5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5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5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0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5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5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5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0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6_1"/>
  <p:tag name="KSO_WM_UNIT_ID" val="diagram20238202_5*l_h_f*1_6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diagram20238202_5*l_h_i*1_6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07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471_1*i*2"/>
  <p:tag name="KSO_WM_TEMPLATE_CATEGORY" val="custom"/>
  <p:tag name="KSO_WM_TEMPLATE_INDEX" val="20233471"/>
  <p:tag name="KSO_WM_UNIT_LAYERLEVEL" val="1"/>
  <p:tag name="KSO_WM_TAG_VERSION" val="3.0"/>
  <p:tag name="KSO_WM_BEAUTIFY_FLAG" val="#wm#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471_1*i*3"/>
  <p:tag name="KSO_WM_TEMPLATE_CATEGORY" val="custom"/>
  <p:tag name="KSO_WM_TEMPLATE_INDEX" val="20233471"/>
  <p:tag name="KSO_WM_UNIT_LAYERLEVEL" val="1"/>
  <p:tag name="KSO_WM_TAG_VERSION" val="3.0"/>
  <p:tag name="KSO_WM_BEAUTIFY_FLAG" val="#wm#"/>
</p:tagLst>
</file>

<file path=ppt/tags/tag510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71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1"/>
  <p:tag name="KSO_WM_SLIDE_LAYOUT" val="a_f"/>
  <p:tag name="KSO_WM_SLIDE_LAYOUT_CNT" val="1_1"/>
</p:tagLst>
</file>

<file path=ppt/tags/tag511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023_4*a*1"/>
  <p:tag name="KSO_WM_TEMPLATE_CATEGORY" val="custom"/>
  <p:tag name="KSO_WM_TEMPLATE_INDEX" val="20238023"/>
  <p:tag name="KSO_WM_UNIT_LAYERLEVEL" val="1"/>
  <p:tag name="KSO_WM_TAG_VERSION" val="3.0"/>
  <p:tag name="KSO_WM_BEAUTIFY_FLAG" val="#wm#"/>
  <p:tag name="KSO_WM_UNIT_PRESET_TEXT" val="CONTENTS"/>
  <p:tag name="KSO_WM_UNIT_TEXT_FILL_FORE_SCHEMECOLOR_INDEX" val="5"/>
  <p:tag name="KSO_WM_UNIT_TEXT_FILL_TYPE" val="1"/>
  <p:tag name="KSO_WM_UNIT_USESOURCEFORMAT_APPLY" val="1"/>
</p:tagLst>
</file>

<file path=ppt/tags/tag5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8023_6*l_h_i*1_1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5"/>
  <p:tag name="KSO_WM_UNIT_TEXT_FILL_TYPE" val="1"/>
  <p:tag name="KSO_WM_UNIT_USESOURCEFORMAT_APPLY" val="1"/>
</p:tagLst>
</file>

<file path=ppt/tags/tag5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8023_6*l_h_f*1_1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5"/>
  <p:tag name="KSO_WM_UNIT_TEXT_FILL_TYPE" val="1"/>
  <p:tag name="KSO_WM_UNIT_USESOURCEFORMAT_APPLY" val="1"/>
</p:tagLst>
</file>

<file path=ppt/tags/tag5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38023_6*l_h_i*1_1_2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80000007152557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5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8023_6*l_h_i*1_2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6"/>
  <p:tag name="KSO_WM_UNIT_TEXT_FILL_TYPE" val="1"/>
  <p:tag name="KSO_WM_UNIT_USESOURCEFORMAT_APPLY" val="1"/>
</p:tagLst>
</file>

<file path=ppt/tags/tag5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8023_6*l_h_f*1_2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6"/>
  <p:tag name="KSO_WM_UNIT_TEXT_FILL_TYPE" val="1"/>
  <p:tag name="KSO_WM_UNIT_USESOURCEFORMAT_APPLY" val="1"/>
</p:tagLst>
</file>

<file path=ppt/tags/tag5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38023_6*l_h_i*1_2_2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80000007152557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51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8023_6*l_h_i*1_4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8"/>
  <p:tag name="KSO_WM_UNIT_TEXT_FILL_TYPE" val="1"/>
  <p:tag name="KSO_WM_UNIT_USESOURCEFORMAT_APPLY" val="1"/>
</p:tagLst>
</file>

<file path=ppt/tags/tag5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8023_6*l_h_f*1_4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8"/>
  <p:tag name="KSO_WM_UNIT_TEXT_FILL_TYPE" val="1"/>
  <p:tag name="KSO_WM_UNIT_USESOURCEFORMAT_APPLY" val="1"/>
</p:tagLst>
</file>

<file path=ppt/tags/tag5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38023_6*l_h_i*1_4_2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80000007152557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LINE_FILL_TYPE" val="2"/>
  <p:tag name="KSO_WM_UNIT_USESOURCEFORMAT_APPLY" val="1"/>
</p:tagLst>
</file>

<file path=ppt/tags/tag5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8023_6*l_h_i*1_3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7"/>
  <p:tag name="KSO_WM_UNIT_TEXT_FILL_TYPE" val="1"/>
  <p:tag name="KSO_WM_UNIT_USESOURCEFORMAT_APPLY" val="1"/>
</p:tagLst>
</file>

<file path=ppt/tags/tag5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8023_6*l_h_f*1_3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7"/>
  <p:tag name="KSO_WM_UNIT_TEXT_FILL_TYPE" val="1"/>
  <p:tag name="KSO_WM_UNIT_USESOURCEFORMAT_APPLY" val="1"/>
</p:tagLst>
</file>

<file path=ppt/tags/tag5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38023_6*l_h_i*1_3_2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80000007152557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LINE_FILL_TYPE" val="2"/>
  <p:tag name="KSO_WM_UNIT_USESOURCEFORMAT_APPLY" val="1"/>
</p:tagLst>
</file>

<file path=ppt/tags/tag5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custom20238023_6*l_h_i*1_6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6"/>
  <p:tag name="KSO_WM_UNIT_TEXT_FILL_FORE_SCHEMECOLOR_INDEX" val="10"/>
  <p:tag name="KSO_WM_UNIT_TEXT_FILL_TYPE" val="1"/>
  <p:tag name="KSO_WM_UNIT_USESOURCEFORMAT_APPLY" val="1"/>
</p:tagLst>
</file>

<file path=ppt/tags/tag5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custom20238023_6*l_h_f*1_6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0"/>
  <p:tag name="KSO_WM_UNIT_TEXT_FILL_TYPE" val="1"/>
  <p:tag name="KSO_WM_UNIT_USESOURCEFORMAT_APPLY" val="1"/>
</p:tagLst>
</file>

<file path=ppt/tags/tag5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custom20238023_6*l_h_i*1_6_2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80000007152557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0"/>
  <p:tag name="KSO_WM_UNIT_LINE_FILL_TYPE" val="2"/>
  <p:tag name="KSO_WM_UNIT_USESOURCEFORMAT_APPLY" val="1"/>
</p:tagLst>
</file>

<file path=ppt/tags/tag5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custom20238023_6*l_h_i*1_5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TEXT_FILL_FORE_SCHEMECOLOR_INDEX" val="9"/>
  <p:tag name="KSO_WM_UNIT_TEXT_FILL_TYPE" val="1"/>
  <p:tag name="KSO_WM_UNIT_USESOURCEFORMAT_APPLY" val="1"/>
</p:tagLst>
</file>

<file path=ppt/tags/tag5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custom20238023_6*l_h_f*1_5_1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9"/>
  <p:tag name="KSO_WM_UNIT_TEXT_FILL_TYPE" val="1"/>
  <p:tag name="KSO_WM_UNIT_USESOURCEFORMAT_APPLY" val="1"/>
</p:tagLst>
</file>

<file path=ppt/tags/tag5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custom20238023_6*l_h_i*1_5_2"/>
  <p:tag name="KSO_WM_TEMPLATE_CATEGORY" val="custom"/>
  <p:tag name="KSO_WM_TEMPLATE_INDEX" val="20238023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71.58244094488185,&quot;left&quot;:97.0527559055118,&quot;top&quot;:128.92779527559054,&quot;width&quot;:765.947244094488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80000007152557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9"/>
  <p:tag name="KSO_WM_UNIT_LINE_FILL_TYPE" val="2"/>
  <p:tag name="KSO_WM_UNIT_USESOURCEFORMAT_APPLY" val="1"/>
</p:tagLst>
</file>

<file path=ppt/tags/tag530.xml><?xml version="1.0" encoding="utf-8"?>
<p:tagLst xmlns:p="http://schemas.openxmlformats.org/presentationml/2006/main">
  <p:tag name="KSO_WM_SLIDE_ID" val="custom20238023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023"/>
  <p:tag name="KSO_WM_SLIDE_LAYOUT" val="a_l"/>
  <p:tag name="KSO_WM_SLIDE_LAYOUT_CNT" val="1_1"/>
</p:tagLst>
</file>

<file path=ppt/tags/tag531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144"/>
  <p:tag name="KSO_WM_TEMPLATE_CATEGORY" val="custom"/>
  <p:tag name="KSO_WM_SLIDE_INDEX" val="7"/>
  <p:tag name="KSO_WM_SLIDE_ID" val="custom20238144_7"/>
  <p:tag name="KSO_WM_TEMPLATE_MASTER_TYPE" val="0"/>
  <p:tag name="KSO_WM_SLIDE_LAYOUT" val="a_b_e"/>
  <p:tag name="KSO_WM_SLIDE_LAYOUT_CNT" val="1_1_1"/>
  <p:tag name="KSO_WM_SPECIAL_SOURCE" val="bdnull"/>
</p:tagLst>
</file>

<file path=ppt/tags/tag532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1_9*a*1"/>
  <p:tag name="KSO_WM_TEMPLATE_CATEGORY" val="custom"/>
  <p:tag name="KSO_WM_TEMPLATE_INDEX" val="20233471"/>
  <p:tag name="KSO_WM_UNIT_LAYERLEVEL" val="1"/>
  <p:tag name="KSO_WM_TAG_VERSION" val="3.0"/>
  <p:tag name="KSO_WM_BEAUTIFY_FLAG" val="#wm#"/>
  <p:tag name="KSO_WM_UNIT_PRESET_TEXT" val="THANKS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471_9*i*2"/>
  <p:tag name="KSO_WM_TEMPLATE_CATEGORY" val="custom"/>
  <p:tag name="KSO_WM_TEMPLATE_INDEX" val="20233471"/>
  <p:tag name="KSO_WM_UNIT_LAYERLEVEL" val="1"/>
  <p:tag name="KSO_WM_TAG_VERSION" val="3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471_9*i*3"/>
  <p:tag name="KSO_WM_TEMPLATE_CATEGORY" val="custom"/>
  <p:tag name="KSO_WM_TEMPLATE_INDEX" val="20233471"/>
  <p:tag name="KSO_WM_UNIT_LAYERLEVEL" val="1"/>
  <p:tag name="KSO_WM_TAG_VERSION" val="3.0"/>
  <p:tag name="KSO_WM_BEAUTIFY_FLAG" val="#wm#"/>
</p:tagLst>
</file>

<file path=ppt/tags/tag535.xml><?xml version="1.0" encoding="utf-8"?>
<p:tagLst xmlns:p="http://schemas.openxmlformats.org/presentationml/2006/main">
  <p:tag name="KSO_WM_SPECIAL_SOURCE" val="bdnull"/>
  <p:tag name="KSO_WM_SLIDE_ID" val="custom20233471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71"/>
  <p:tag name="KSO_WM_SLIDE_LAYOUT" val="a_f"/>
  <p:tag name="KSO_WM_SLIDE_LAYOUT_CNT" val="1_1"/>
</p:tagLst>
</file>

<file path=ppt/tags/tag536.xml><?xml version="1.0" encoding="utf-8"?>
<p:tagLst xmlns:p="http://schemas.openxmlformats.org/presentationml/2006/main">
  <p:tag name="KSO_WM_SPECIAL_SOURCE" val="bdnull"/>
  <p:tag name="KSO_WM_SLIDE_CONTENT_AREA" val="{&quot;left&quot;:&quot;202.05&quot;,&quot;top&quot;:&quot;121.55&quot;,&quot;width&quot;:&quot;552.8&quot;,&quot;height&quot;:&quot;259.25&quot;}"/>
  <p:tag name="KSO_WM_SLIDE_ID" val="custom20233444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44"/>
  <p:tag name="KSO_WM_SLIDE_LAYOUT" val="a_e"/>
  <p:tag name="KSO_WM_SLIDE_LAYOUT_CNT" val="1_1"/>
</p:tagLst>
</file>

<file path=ppt/tags/tag53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19_9*b*1"/>
  <p:tag name="KSO_WM_TEMPLATE_CATEGORY" val="custom"/>
  <p:tag name="KSO_WM_TEMPLATE_INDEX" val="202380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80"/>
  <p:tag name="KSO_WM_UNIT_TYPE" val="b"/>
  <p:tag name="KSO_WM_UNIT_INDEX" val="1"/>
  <p:tag name="KSO_WM_UNIT_PRESET_TEXT" val="Thank you"/>
</p:tagLst>
</file>

<file path=ppt/tags/tag5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5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5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5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5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5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5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5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5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5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5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4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6_1"/>
  <p:tag name="KSO_WM_UNIT_ID" val="diagram20238202_5*l_h_f*1_6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diagram20238202_5*l_h_i*1_6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6107839197636,&quot;left&quot;:54.953858267716534,&quot;top&quot;:106.90008222196863,&quot;width&quot;:850.99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552.xml><?xml version="1.0" encoding="utf-8"?>
<p:tagLst xmlns:p="http://schemas.openxmlformats.org/presentationml/2006/main">
  <p:tag name="KSO_WM_SLIDE_ID" val="custom2023801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019"/>
  <p:tag name="KSO_WM_SLIDE_TYPE" val="endPage"/>
  <p:tag name="KSO_WM_SLIDE_SUBTYPE" val="pureTxt"/>
  <p:tag name="KSO_WM_SLIDE_LAYOUT" val="a_b"/>
  <p:tag name="KSO_WM_SLIDE_LAYOUT_CNT" val="1_1"/>
  <p:tag name="KSO_WM_SPECIAL_SOURCE" val="bdnull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471_1*i*2"/>
  <p:tag name="KSO_WM_TEMPLATE_CATEGORY" val="custom"/>
  <p:tag name="KSO_WM_TEMPLATE_INDEX" val="20233471"/>
  <p:tag name="KSO_WM_UNIT_LAYERLEVEL" val="1"/>
  <p:tag name="KSO_WM_TAG_VERSION" val="3.0"/>
  <p:tag name="KSO_WM_BEAUTIFY_FLAG" val="#wm#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471_1*i*3"/>
  <p:tag name="KSO_WM_TEMPLATE_CATEGORY" val="custom"/>
  <p:tag name="KSO_WM_TEMPLATE_INDEX" val="20233471"/>
  <p:tag name="KSO_WM_UNIT_LAYERLEVEL" val="1"/>
  <p:tag name="KSO_WM_TAG_VERSION" val="3.0"/>
  <p:tag name="KSO_WM_BEAUTIFY_FLAG" val="#wm#"/>
</p:tagLst>
</file>

<file path=ppt/tags/tag55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023_4*a*1"/>
  <p:tag name="KSO_WM_TEMPLATE_CATEGORY" val="custom"/>
  <p:tag name="KSO_WM_TEMPLATE_INDEX" val="20238023"/>
  <p:tag name="KSO_WM_UNIT_LAYERLEVEL" val="1"/>
  <p:tag name="KSO_WM_TAG_VERSION" val="3.0"/>
  <p:tag name="KSO_WM_BEAUTIFY_FLAG" val="#wm#"/>
  <p:tag name="KSO_WM_UNIT_PRESET_TEXT" val="CONTENTS"/>
  <p:tag name="KSO_WM_UNIT_TEXT_FILL_FORE_SCHEMECOLOR_INDEX" val="5"/>
  <p:tag name="KSO_WM_UNIT_TEXT_FILL_TYPE" val="1"/>
  <p:tag name="KSO_WM_UNIT_USESOURCEFORMAT_APPLY" val="1"/>
</p:tagLst>
</file>

<file path=ppt/tags/tag556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71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1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54">
      <a:dk1>
        <a:srgbClr val="000000"/>
      </a:dk1>
      <a:lt1>
        <a:srgbClr val="FFFFFF"/>
      </a:lt1>
      <a:dk2>
        <a:srgbClr val="071A00"/>
      </a:dk2>
      <a:lt2>
        <a:srgbClr val="F7FFF7"/>
      </a:lt2>
      <a:accent1>
        <a:srgbClr val="00B212"/>
      </a:accent1>
      <a:accent2>
        <a:srgbClr val="EEC120"/>
      </a:accent2>
      <a:accent3>
        <a:srgbClr val="1F77C8"/>
      </a:accent3>
      <a:accent4>
        <a:srgbClr val="00B6B6"/>
      </a:accent4>
      <a:accent5>
        <a:srgbClr val="E58C06"/>
      </a:accent5>
      <a:accent6>
        <a:srgbClr val="B25D00"/>
      </a:accent6>
      <a:hlink>
        <a:srgbClr val="5FCBFB"/>
      </a:hlink>
      <a:folHlink>
        <a:srgbClr val="B759BC"/>
      </a:folHlink>
    </a:clrScheme>
    <a:fontScheme name="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1">
                <a:alpha val="18000"/>
              </a:schemeClr>
            </a:gs>
            <a:gs pos="100000">
              <a:schemeClr val="accent1">
                <a:alpha val="25000"/>
              </a:schemeClr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 lang="en-US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>
              <a:alpha val="32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lang="en-US" sz="2000" b="1" spc="300" dirty="0">
            <a:solidFill>
              <a:schemeClr val="accent1">
                <a:lumMod val="50000"/>
              </a:schemeClr>
            </a:solidFill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自定义 54">
      <a:dk1>
        <a:srgbClr val="000000"/>
      </a:dk1>
      <a:lt1>
        <a:srgbClr val="FFFFFF"/>
      </a:lt1>
      <a:dk2>
        <a:srgbClr val="071A00"/>
      </a:dk2>
      <a:lt2>
        <a:srgbClr val="F7FFF7"/>
      </a:lt2>
      <a:accent1>
        <a:srgbClr val="00B212"/>
      </a:accent1>
      <a:accent2>
        <a:srgbClr val="EEC120"/>
      </a:accent2>
      <a:accent3>
        <a:srgbClr val="1F77C8"/>
      </a:accent3>
      <a:accent4>
        <a:srgbClr val="00B6B6"/>
      </a:accent4>
      <a:accent5>
        <a:srgbClr val="E58C06"/>
      </a:accent5>
      <a:accent6>
        <a:srgbClr val="B25D00"/>
      </a:accent6>
      <a:hlink>
        <a:srgbClr val="5FCBFB"/>
      </a:hlink>
      <a:folHlink>
        <a:srgbClr val="B759BC"/>
      </a:folHlink>
    </a:clrScheme>
    <a:fontScheme name="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1">
                <a:alpha val="18000"/>
              </a:schemeClr>
            </a:gs>
            <a:gs pos="100000">
              <a:schemeClr val="accent1">
                <a:alpha val="25000"/>
              </a:schemeClr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 lang="en-US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>
              <a:alpha val="32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lang="en-US" sz="2000" b="1" spc="300" dirty="0">
            <a:solidFill>
              <a:schemeClr val="accent1">
                <a:lumMod val="50000"/>
              </a:schemeClr>
            </a:solidFill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Theme">
  <a:themeElements>
    <a:clrScheme name="0000414-1">
      <a:dk1>
        <a:srgbClr val="333333"/>
      </a:dk1>
      <a:lt1>
        <a:srgbClr val="FFFFFF"/>
      </a:lt1>
      <a:dk2>
        <a:srgbClr val="021A29"/>
      </a:dk2>
      <a:lt2>
        <a:srgbClr val="C1E5FB"/>
      </a:lt2>
      <a:accent1>
        <a:srgbClr val="7AC6F7"/>
      </a:accent1>
      <a:accent2>
        <a:srgbClr val="3481EB"/>
      </a:accent2>
      <a:accent3>
        <a:srgbClr val="9B83FA"/>
      </a:accent3>
      <a:accent4>
        <a:srgbClr val="7E6CF8"/>
      </a:accent4>
      <a:accent5>
        <a:srgbClr val="F6C669"/>
      </a:accent5>
      <a:accent6>
        <a:srgbClr val="FB9D1C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Office Theme">
  <a:themeElements>
    <a:clrScheme name="自定义 14">
      <a:dk1>
        <a:srgbClr val="000000"/>
      </a:dk1>
      <a:lt1>
        <a:srgbClr val="FFFFFF"/>
      </a:lt1>
      <a:dk2>
        <a:srgbClr val="000B26"/>
      </a:dk2>
      <a:lt2>
        <a:srgbClr val="FFFFFF"/>
      </a:lt2>
      <a:accent1>
        <a:srgbClr val="19A298"/>
      </a:accent1>
      <a:accent2>
        <a:srgbClr val="34CFC3"/>
      </a:accent2>
      <a:accent3>
        <a:srgbClr val="3FABF9"/>
      </a:accent3>
      <a:accent4>
        <a:srgbClr val="A67CFF"/>
      </a:accent4>
      <a:accent5>
        <a:srgbClr val="F84949"/>
      </a:accent5>
      <a:accent6>
        <a:srgbClr val="F66BB6"/>
      </a:accent6>
      <a:hlink>
        <a:srgbClr val="304FFE"/>
      </a:hlink>
      <a:folHlink>
        <a:srgbClr val="492067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Office Theme">
  <a:themeElements>
    <a:clrScheme name="00000419-5">
      <a:dk1>
        <a:srgbClr val="333333"/>
      </a:dk1>
      <a:lt1>
        <a:srgbClr val="FFFFFF"/>
      </a:lt1>
      <a:dk2>
        <a:srgbClr val="151515"/>
      </a:dk2>
      <a:lt2>
        <a:srgbClr val="EEEEFC"/>
      </a:lt2>
      <a:accent1>
        <a:srgbClr val="8486EC"/>
      </a:accent1>
      <a:accent2>
        <a:srgbClr val="6B6BD3"/>
      </a:accent2>
      <a:accent3>
        <a:srgbClr val="CAACF0"/>
      </a:accent3>
      <a:accent4>
        <a:srgbClr val="FEC059"/>
      </a:accent4>
      <a:accent5>
        <a:srgbClr val="FC8901"/>
      </a:accent5>
      <a:accent6>
        <a:srgbClr val="A3D362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紫色商务">
      <a:dk1>
        <a:srgbClr val="333333"/>
      </a:dk1>
      <a:lt1>
        <a:srgbClr val="FFFFFF"/>
      </a:lt1>
      <a:dk2>
        <a:srgbClr val="1A0C1E"/>
      </a:dk2>
      <a:lt2>
        <a:srgbClr val="F7EDFD"/>
      </a:lt2>
      <a:accent1>
        <a:srgbClr val="7022E2"/>
      </a:accent1>
      <a:accent2>
        <a:srgbClr val="DC6FFB"/>
      </a:accent2>
      <a:accent3>
        <a:srgbClr val="2F43FF"/>
      </a:accent3>
      <a:accent4>
        <a:srgbClr val="BF45AE"/>
      </a:accent4>
      <a:accent5>
        <a:srgbClr val="AB7859"/>
      </a:accent5>
      <a:accent6>
        <a:srgbClr val="A239ED"/>
      </a:accent6>
      <a:hlink>
        <a:srgbClr val="0563C1"/>
      </a:hlink>
      <a:folHlink>
        <a:srgbClr val="954F72"/>
      </a:folHlink>
    </a:clrScheme>
    <a:fontScheme name="Nunito Sans组合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Office Theme">
  <a:themeElements>
    <a:clrScheme name="自定义 34">
      <a:dk1>
        <a:srgbClr val="000000"/>
      </a:dk1>
      <a:lt1>
        <a:srgbClr val="FFFFFF"/>
      </a:lt1>
      <a:dk2>
        <a:srgbClr val="581D00"/>
      </a:dk2>
      <a:lt2>
        <a:srgbClr val="FFE3D4"/>
      </a:lt2>
      <a:accent1>
        <a:srgbClr val="FF7429"/>
      </a:accent1>
      <a:accent2>
        <a:srgbClr val="F84949"/>
      </a:accent2>
      <a:accent3>
        <a:srgbClr val="FFB108"/>
      </a:accent3>
      <a:accent4>
        <a:srgbClr val="DE3500"/>
      </a:accent4>
      <a:accent5>
        <a:srgbClr val="FFCC66"/>
      </a:accent5>
      <a:accent6>
        <a:srgbClr val="92D050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Office Theme">
  <a:themeElements>
    <a:clrScheme name="紫色商务">
      <a:dk1>
        <a:srgbClr val="333333"/>
      </a:dk1>
      <a:lt1>
        <a:srgbClr val="FFFFFF"/>
      </a:lt1>
      <a:dk2>
        <a:srgbClr val="1A0C1E"/>
      </a:dk2>
      <a:lt2>
        <a:srgbClr val="F7EDFD"/>
      </a:lt2>
      <a:accent1>
        <a:srgbClr val="7022E2"/>
      </a:accent1>
      <a:accent2>
        <a:srgbClr val="DC6FFB"/>
      </a:accent2>
      <a:accent3>
        <a:srgbClr val="2F43FF"/>
      </a:accent3>
      <a:accent4>
        <a:srgbClr val="BF45AE"/>
      </a:accent4>
      <a:accent5>
        <a:srgbClr val="AB7859"/>
      </a:accent5>
      <a:accent6>
        <a:srgbClr val="A239ED"/>
      </a:accent6>
      <a:hlink>
        <a:srgbClr val="0563C1"/>
      </a:hlink>
      <a:folHlink>
        <a:srgbClr val="954F72"/>
      </a:folHlink>
    </a:clrScheme>
    <a:fontScheme name="Nunito Sans组合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Office Theme">
  <a:themeElements>
    <a:clrScheme name="自定义 14">
      <a:dk1>
        <a:srgbClr val="000000"/>
      </a:dk1>
      <a:lt1>
        <a:srgbClr val="FFFFFF"/>
      </a:lt1>
      <a:dk2>
        <a:srgbClr val="000B26"/>
      </a:dk2>
      <a:lt2>
        <a:srgbClr val="FFFFFF"/>
      </a:lt2>
      <a:accent1>
        <a:srgbClr val="19A298"/>
      </a:accent1>
      <a:accent2>
        <a:srgbClr val="34CFC3"/>
      </a:accent2>
      <a:accent3>
        <a:srgbClr val="3FABF9"/>
      </a:accent3>
      <a:accent4>
        <a:srgbClr val="A67CFF"/>
      </a:accent4>
      <a:accent5>
        <a:srgbClr val="F84949"/>
      </a:accent5>
      <a:accent6>
        <a:srgbClr val="F66BB6"/>
      </a:accent6>
      <a:hlink>
        <a:srgbClr val="304FFE"/>
      </a:hlink>
      <a:folHlink>
        <a:srgbClr val="492067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Theme">
  <a:themeElements>
    <a:clrScheme name="自定义 14">
      <a:dk1>
        <a:srgbClr val="000000"/>
      </a:dk1>
      <a:lt1>
        <a:srgbClr val="FFFFFF"/>
      </a:lt1>
      <a:dk2>
        <a:srgbClr val="000B26"/>
      </a:dk2>
      <a:lt2>
        <a:srgbClr val="FFFFFF"/>
      </a:lt2>
      <a:accent1>
        <a:srgbClr val="19A298"/>
      </a:accent1>
      <a:accent2>
        <a:srgbClr val="34CFC3"/>
      </a:accent2>
      <a:accent3>
        <a:srgbClr val="3FABF9"/>
      </a:accent3>
      <a:accent4>
        <a:srgbClr val="A67CFF"/>
      </a:accent4>
      <a:accent5>
        <a:srgbClr val="F84949"/>
      </a:accent5>
      <a:accent6>
        <a:srgbClr val="F66BB6"/>
      </a:accent6>
      <a:hlink>
        <a:srgbClr val="304FFE"/>
      </a:hlink>
      <a:folHlink>
        <a:srgbClr val="492067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9630</Words>
  <Application>WPS Presentation</Application>
  <PresentationFormat>Widescreen</PresentationFormat>
  <Paragraphs>499</Paragraphs>
  <Slides>25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25</vt:i4>
      </vt:variant>
    </vt:vector>
  </HeadingPairs>
  <TitlesOfParts>
    <vt:vector size="54" baseType="lpstr">
      <vt:lpstr>Arial</vt:lpstr>
      <vt:lpstr>SimSun</vt:lpstr>
      <vt:lpstr>Wingdings</vt:lpstr>
      <vt:lpstr>Arial</vt:lpstr>
      <vt:lpstr>Calibri</vt:lpstr>
      <vt:lpstr>江城圆体 400W</vt:lpstr>
      <vt:lpstr>Microsoft YaHei</vt:lpstr>
      <vt:lpstr>Wingdings</vt:lpstr>
      <vt:lpstr>Times New Roman</vt:lpstr>
      <vt:lpstr>Times New Roman</vt:lpstr>
      <vt:lpstr>Arial Unicode MS</vt:lpstr>
      <vt:lpstr>Inter</vt:lpstr>
      <vt:lpstr>Segoe Print</vt:lpstr>
      <vt:lpstr>Lato</vt:lpstr>
      <vt:lpstr>Nunito Sans ExtraBold</vt:lpstr>
      <vt:lpstr>Nunito Sans</vt:lpstr>
      <vt:lpstr>Inter Bold</vt:lpstr>
      <vt:lpstr>Manrope ExtraBold</vt:lpstr>
      <vt:lpstr>Office Theme</vt:lpstr>
      <vt:lpstr>1_Office Theme</vt:lpstr>
      <vt:lpstr>4_Office Theme</vt:lpstr>
      <vt:lpstr>5_Office Theme</vt:lpstr>
      <vt:lpstr>7_Office Theme</vt:lpstr>
      <vt:lpstr>8_Office Theme</vt:lpstr>
      <vt:lpstr>6_Office Theme</vt:lpstr>
      <vt:lpstr>2_Office Theme</vt:lpstr>
      <vt:lpstr>9_Office Theme</vt:lpstr>
      <vt:lpstr>3_Office Theme</vt:lpstr>
      <vt:lpstr>10_Office Theme</vt:lpstr>
      <vt:lpstr>  CSA0927 – Programming in Java</vt:lpstr>
      <vt:lpstr>ABSTRACT</vt:lpstr>
      <vt:lpstr>INTRODUCTION</vt:lpstr>
      <vt:lpstr>PROBLEM STATEMENT</vt:lpstr>
      <vt:lpstr>OBJECTIVES</vt:lpstr>
      <vt:lpstr>METHODOLOGY</vt:lpstr>
      <vt:lpstr>LITERATURE SURVEY</vt:lpstr>
      <vt:lpstr>PROPOSED METHOD</vt:lpstr>
      <vt:lpstr>ARCHITECTURE DIAGRAM</vt:lpstr>
      <vt:lpstr>Module 01: Student Management Module</vt:lpstr>
      <vt:lpstr>OUTPUT</vt:lpstr>
      <vt:lpstr>Module 02: Company Management Module</vt:lpstr>
      <vt:lpstr>OUTPUT</vt:lpstr>
      <vt:lpstr>Module 03: Internship &amp; Placement Management Module</vt:lpstr>
      <vt:lpstr>OUTPUT</vt:lpstr>
      <vt:lpstr>Module 04: Administration &amp; System Management Module</vt:lpstr>
      <vt:lpstr>OUTPUT</vt:lpstr>
      <vt:lpstr>IMPLEMENTATION</vt:lpstr>
      <vt:lpstr>RESULTS &amp; DISCUSSION</vt:lpstr>
      <vt:lpstr>OUTPUT</vt:lpstr>
      <vt:lpstr>PowerPoint 演示文稿</vt:lpstr>
      <vt:lpstr>CHALLENGES &amp; LIMITATIONS</vt:lpstr>
      <vt:lpstr>CONCLUSION &amp; FUTURE SCOPE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 HARSHITHA NASINA</dc:creator>
  <cp:lastModifiedBy>nagat</cp:lastModifiedBy>
  <cp:revision>50</cp:revision>
  <dcterms:created xsi:type="dcterms:W3CDTF">2026-01-07T16:02:00Z</dcterms:created>
  <dcterms:modified xsi:type="dcterms:W3CDTF">2026-08-10T14:16:13Z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A6B1DC2FCDD946CE81C85FEB03FF1A65_13</vt:lpwstr>
  </property>
  <property fmtid="{D5CDD505-2E9C-101B-9397-08002B2CF9AE}" pid="3" name="KSOProductBuildVer">
    <vt:lpwstr>1033-12.1.0.28032</vt:lpwstr>
  </property>
</Properties>
</file>